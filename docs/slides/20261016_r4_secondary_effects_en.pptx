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Academic1.xml" ContentType="application/vnd.openxmlformats-officedocument.presentationml.slideLayout+xml"/>
  <Override PartName="/ppt/slideLayouts/slideLayoutAcademic10.xml" ContentType="application/vnd.openxmlformats-officedocument.presentationml.slideLayout+xml"/>
  <Override PartName="/ppt/slideLayouts/slideLayoutAcademic11.xml" ContentType="application/vnd.openxmlformats-officedocument.presentationml.slideLayout+xml"/>
  <Override PartName="/ppt/slideLayouts/slideLayoutAcademic12.xml" ContentType="application/vnd.openxmlformats-officedocument.presentationml.slideLayout+xml"/>
  <Override PartName="/ppt/slideLayouts/slideLayoutAcademic13.xml" ContentType="application/vnd.openxmlformats-officedocument.presentationml.slideLayout+xml"/>
  <Override PartName="/ppt/slideLayouts/slideLayoutAcademic14.xml" ContentType="application/vnd.openxmlformats-officedocument.presentationml.slideLayout+xml"/>
  <Override PartName="/ppt/slideLayouts/slideLayoutAcademic15.xml" ContentType="application/vnd.openxmlformats-officedocument.presentationml.slideLayout+xml"/>
  <Override PartName="/ppt/slideLayouts/slideLayoutAcademic16.xml" ContentType="application/vnd.openxmlformats-officedocument.presentationml.slideLayout+xml"/>
  <Override PartName="/ppt/slideLayouts/slideLayoutAcademic17.xml" ContentType="application/vnd.openxmlformats-officedocument.presentationml.slideLayout+xml"/>
  <Override PartName="/ppt/slideLayouts/slideLayoutAcademic18.xml" ContentType="application/vnd.openxmlformats-officedocument.presentationml.slideLayout+xml"/>
  <Override PartName="/ppt/slideLayouts/slideLayoutAcademic19.xml" ContentType="application/vnd.openxmlformats-officedocument.presentationml.slideLayout+xml"/>
  <Override PartName="/ppt/slideLayouts/slideLayoutAcademic2.xml" ContentType="application/vnd.openxmlformats-officedocument.presentationml.slideLayout+xml"/>
  <Override PartName="/ppt/slideLayouts/slideLayoutAcademic20.xml" ContentType="application/vnd.openxmlformats-officedocument.presentationml.slideLayout+xml"/>
  <Override PartName="/ppt/slideLayouts/slideLayoutAcademic3.xml" ContentType="application/vnd.openxmlformats-officedocument.presentationml.slideLayout+xml"/>
  <Override PartName="/ppt/slideLayouts/slideLayoutAcademic4.xml" ContentType="application/vnd.openxmlformats-officedocument.presentationml.slideLayout+xml"/>
  <Override PartName="/ppt/slideLayouts/slideLayoutAcademic5.xml" ContentType="application/vnd.openxmlformats-officedocument.presentationml.slideLayout+xml"/>
  <Override PartName="/ppt/slideLayouts/slideLayoutAcademic6.xml" ContentType="application/vnd.openxmlformats-officedocument.presentationml.slideLayout+xml"/>
  <Override PartName="/ppt/slideLayouts/slideLayoutAcademic7.xml" ContentType="application/vnd.openxmlformats-officedocument.presentationml.slideLayout+xml"/>
  <Override PartName="/ppt/slideLayouts/slideLayoutAcademic8.xml" ContentType="application/vnd.openxmlformats-officedocument.presentationml.slideLayout+xml"/>
  <Override PartName="/ppt/slideLayouts/slideLayoutAcademic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df90d75eef34652" Type="http://schemas.openxmlformats.org/officeDocument/2006/relationships/officeDocument" Target="ppt/presentation.xml"/><Relationship Id="Re99808a197164773" Type="http://schemas.openxmlformats.org/officeDocument/2006/relationships/extended-properties" Target="docProps/app.xml"/><Relationship Id="Rfb5ecb7708754618"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fae33bbb2f064e23"/>
  </p:sldMasterIdLst>
  <p:notesMasterIdLst>
    <p:notesMasterId xmlns:r="http://schemas.openxmlformats.org/officeDocument/2006/relationships" r:id="R7b85719020b249c9"/>
  </p:notesMasterIdLst>
  <p:sldIdLst>
    <p:sldId xmlns:r="http://schemas.openxmlformats.org/officeDocument/2006/relationships" id="256" r:id="rId6"/>
    <p:sldId xmlns:r="http://schemas.openxmlformats.org/officeDocument/2006/relationships" id="257" r:id="rId7"/>
    <p:sldId xmlns:r="http://schemas.openxmlformats.org/officeDocument/2006/relationships" id="258" r:id="rId8"/>
    <p:sldId xmlns:r="http://schemas.openxmlformats.org/officeDocument/2006/relationships" id="259" r:id="rId9"/>
    <p:sldId xmlns:r="http://schemas.openxmlformats.org/officeDocument/2006/relationships" id="260" r:id="rId10"/>
    <p:sldId xmlns:r="http://schemas.openxmlformats.org/officeDocument/2006/relationships" id="261" r:id="rId11"/>
    <p:sldId xmlns:r="http://schemas.openxmlformats.org/officeDocument/2006/relationships" id="262" r:id="rId12"/>
    <p:sldId xmlns:r="http://schemas.openxmlformats.org/officeDocument/2006/relationships" id="263" r:id="rId13"/>
    <p:sldId xmlns:r="http://schemas.openxmlformats.org/officeDocument/2006/relationships" id="264" r:id="rId14"/>
    <p:sldId xmlns:r="http://schemas.openxmlformats.org/officeDocument/2006/relationships" id="265" r:id="rId15"/>
    <p:sldId xmlns:r="http://schemas.openxmlformats.org/officeDocument/2006/relationships" id="266" r:id="rId16"/>
    <p:sldId xmlns:r="http://schemas.openxmlformats.org/officeDocument/2006/relationships" id="267" r:id="rId17"/>
    <p:sldId xmlns:r="http://schemas.openxmlformats.org/officeDocument/2006/relationships" id="268" r:id="rId18"/>
    <p:sldId xmlns:r="http://schemas.openxmlformats.org/officeDocument/2006/relationships" id="269" r:id="rId19"/>
    <p:sldId xmlns:r="http://schemas.openxmlformats.org/officeDocument/2006/relationships" id="270" r:id="rId20"/>
    <p:sldId xmlns:r="http://schemas.openxmlformats.org/officeDocument/2006/relationships" id="271" r:id="rId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263aad19542f4034" Type="http://schemas.openxmlformats.org/officeDocument/2006/relationships/theme" Target="theme/theme1.xml"/><Relationship Id="R7b85719020b249c9" Type="http://schemas.openxmlformats.org/officeDocument/2006/relationships/notesMaster" Target="notesMasters/notesMaster1.xml"/><Relationship Id="Ra1720b02748b471c" Type="http://schemas.openxmlformats.org/officeDocument/2006/relationships/presProps" Target="presProps.xml"/><Relationship Id="Ra37134ebff31453d" Type="http://schemas.openxmlformats.org/officeDocument/2006/relationships/tableStyles" Target="tableStyles.xml"/><Relationship Id="Rfae33bbb2f064e23"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46f00c33517d40e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Academic Serif B">
      <a:dk1>
        <a:srgbClr val="182C3F"/>
      </a:dk1>
      <a:lt1>
        <a:srgbClr val="FFFFFF"/>
      </a:lt1>
      <a:dk2>
        <a:srgbClr val="142D45"/>
      </a:dk2>
      <a:lt2>
        <a:srgbClr val="EAF1F8"/>
      </a:lt2>
      <a:accent1>
        <a:srgbClr val="7399C6"/>
      </a:accent1>
      <a:accent2>
        <a:srgbClr val="315D8A"/>
      </a:accent2>
      <a:accent3>
        <a:srgbClr val="B8C4D0"/>
      </a:accent3>
      <a:accent4>
        <a:srgbClr val="336E5B"/>
      </a:accent4>
      <a:accent5>
        <a:srgbClr val="9A4C4C"/>
      </a:accent5>
      <a:accent6>
        <a:srgbClr val="52677A"/>
      </a:accent6>
      <a:hlink>
        <a:srgbClr val="315D8A"/>
      </a:hlink>
      <a:folHlink>
        <a:srgbClr val="52677A"/>
      </a:folHlink>
    </a:clrScheme>
    <a:fontScheme name="Academic Serif">
      <a:majorFont>
        <a:latin typeface="Cambria"/>
        <a:ea typeface="Yu Mincho"/>
        <a:cs typeface="Arial"/>
        <a:font script="Jpan" typeface="Yu Mincho"/>
        <a:font script="Hans" typeface="Microsoft YaHei"/>
        <a:font script="Hant" typeface="Microsoft YaHei"/>
      </a:majorFont>
      <a:minorFont>
        <a:latin typeface="Arial"/>
        <a:ea typeface="Meiryo"/>
        <a:cs typeface="Arial"/>
        <a:font script="Jpan" typeface="Meiryo"/>
        <a:font script="Hans" typeface="Microsoft YaHei"/>
        <a:font script="Hant" typeface="Microsoft YaHei"/>
      </a:minorFont>
    </a:fontScheme>
    <a:fmtScheme name="Academic Serif B">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the changes Round 4 made outside its target errors in the NCBI dev10 GPT-5.4 run (20260802), and whether the Round 4 principle caused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 of the base paper (archive/references/backbone-research.pdf, page 3). Each iteration: LLM Annotation of the dev set, Evaluation against gold annotation (strict F1), then Moderation: Discrepancy Analysis selects the most frequent discrepancy group as the target, and Pattern Explanation, Principle Generation and Guideline Refinement produce the next guideline. R0 is the original guideline, Rn the guideline after n moderation rounds. Run used here: 20260802_gpt54-high_moderation, GPT-5.4 high effort, dev10, seed 42.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errors: Discrepancy Analysis groups discrepancies by gold and predicted label and selects the most frequent group as the target of moderation (section 3.4.1). Secondary effects: the paper's term for effects of a guideline update on other annotation cases, both positive and negative (section 5.4, lines 447-448 and 458-477). Figure 4 calls single cases correct changes (resolved errors) and false changes (newly introduced errors). The paper reads these as caused by the update; this deck asks whether that holds for Round 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4 targeted three missed SpecificDisease mentions (FALDH, G6PD, PAH); one was fixed. Outside the target errors, three entities changed between R3 and R4: 'Tay-Sachs disease' and its abbreviation 'TSD' in PMID 8326491 (Modifier to SpecificDisease; gold SpecificDisease), and 'cutaneous vasculitis' at [646,666) in PMID 6859721 (SpecificDisease to DiseaseClass; gold SpecificDisease). The other seven dev documents have identical predictions after R3 and R4 (P0 report).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explanations. The Round 4 principle caused the changes; or the same guideline simply labels these entities differently from run to run, so a single run can show a change that the guideline did not cause.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Re-annotate the same document several times with the guideline before and after Round 4, with the same model and settings, gold hidden. A change caused by the principle should reappear in most R4 runs and not in R3 runs. Run-to-run variation shows as labels that differ across runs of one guideline, or as a change that does not come back.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PMID 8326491. Both mentions are SpecificDisease in gold. Predictions: Modifier after R0, R1, R2 and R3; SpecificDisease after R4. The other four mentions of Tay-Sachs disease or TSD in this document (gold Modifier, e.g. 'TSD carriers') stay Modifier in every round.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R4 guideline line 12 (the merged Round 4 principle) is the first guideline text that ties 'causation' context to Specific Disease; 'causation' does not occur in the R1 to R3 guidelines. The rule is written for deficiency phrases such as 'deficient activity of fatty aldehyde dehydrogenase', not for disease names. In the document, only the mention inside 'TSD causing mutation' changed; 'Tay-Sachs disease patients', 'TSD carriers' and 'TSD families' stayed Modifier. Hypothesis: the model applied the causation wording beyond the rule's scope. This is the hypothesis the next slides test.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E1, 2026-10-15: document 8326491 re-annotated 5 times with the R3 guideline and 5 times with the R4 guideline, alternating, GPT-5.4 high, same prompt template and output configuration as the original run; gold used only for scoring. Decision rule fixed before running: the principle counts as the cause only if the R4 guideline gives SpecificDisease for 'Tay-Sachs disease' in at least 3 of 5 runs and the R3 guideline in at most 1 of 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'Tay-Sachs disease' labeled SpecificDisease in 0 of 5 R3 runs and 0 of 5 R4 runs; TSD the same. All 10 rationales cite the Modifier rule (guideline section 3), reading the phrase as a disease-causing mutation. The only SpecificDisease for these mentions in any run is the original Round 4 run. Five earlier runs with the original guideline (reproduction/results/size_noise, parameters not saved; script defaults: original guideline, GPT-5.4, high) also gave Modifier. Source: todo-temp/r4-nontarget/scores.json.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PMID 6859721, the second mention of 'cutaneous vasculitis' [646,666), gold SpecificDisease. Its label alternates across rounds although each round's principle targets something else (Round 2, for example, only changes span boundaries). With the original guideline held fixed, five earlier runs give DiseaseClass, SpecificDisease, SpecificDisease, DiseaseClass, DiseaseClass. No new runs were made for this case. Source: rounds/iteration_0*/snapshot.json and reproduction/results/size_noise.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Tay-Sachs disease and TSD: the R4 guideline gives SpecificDisease in 0 of 5 reruns, so the pre-set rule (at least 3 of 5) is not met; the original R4 label is a change the guideline does not reproduce. cutaneous vasculitis: no R4 reruns, but the label already varies with the guideline held fixed, so a single R3-to-R4 change cannot be credited to the principle. In the paper's terms these are observed changes on non-target cases, but there is no evidence that they are effects of the Round 4 update.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Acceptance rule (base paper section 3.4; same in our loop): a round is kept only if dev F1 rises, otherwise the refinement is discarded and the loop stops. Saved counts: after R3 63 TP, 5 FP, 11 FN; after R4 65 TP, 4 FP, 9 FN. Third row: the saved R4 predictions with only the two Tay-Sachs mentions set to Modifier, as in every rerun (TP -2, FP +2, FN +2). This is a recount, not a new run, and it does not estimate a true R4 score: cutaneous vasculitis also varies. It shows that the decision to keep Round 4 rested on a change that does not reproduce. Of the Round 4 changes, only the PAH target fix reproduced (0/3 with R3, 3/3 with R4, isolation replay 2026-10-14).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4 changed three entities outside its target errors. The Tay-Sachs change does not come back when the R4 guideline is rerun; the cutaneous vasculitis label varies even when the guideline does not change. Neither change can be credited to the Round 4 principle, and the decision to keep Round 4 depended on the Tay-Sachs change. Next: rerun a round's guideline a few times before keeping the round.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5 runs per guideline for one document; one model and setting (GPT-5.4, high reasoning effort); the five earlier original-guideline runs did not save their parameters. Not yet tested: cutaneous vasculitis under the R4 guideline; secondary effects of other rounds; an acceptance rule that uses repeated runs.</a:t>
            </a:r>
          </a:p>
        </p:txBody>
      </p:sp>
      <p:sp>
        <p:nvSpPr>
          <p:cNvPr id="4" name="Slide Number Placeholder 3"/>
          <p:cNvSpPr>
            <a:spLocks noGrp="1"/>
          </p:cNvSpPr>
          <p:nvPr>
            <p:ph type="sldNum" idx="5" sz="quarter"/>
          </p:nvPr>
        </p:nvSpPr>
        <p:spPr/>
      </p:sp>
    </p:spTree>
  </p:cSld>
  <p:clrMapOvr>
    <a:masterClrMapping/>
  </p:clrMapOvr>
</p:notes>
</file>

<file path=ppt/slideLayouts/_rels/slideLayoutAcademic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Academic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Academic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Academic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Academic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Academic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Academic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Academic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Academic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Academic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Academic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Academic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Academic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Academic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Academic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Academic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Academic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Academic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Academic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Academic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Academic1.xml><?xml version="1.0" encoding="utf-8"?>
<p:sldLayout xmlns:p="http://schemas.openxmlformats.org/presentationml/2006/main" xmlns:a="http://schemas.openxmlformats.org/drawingml/2006/main" xmlns:r="http://schemas.openxmlformats.org/officeDocument/2006/relationships" type="cust" preserve="1">
  <p:cSld name="01 Cover">
    <p:bg>
      <p:bgPr>
        <a:solidFill>
          <a:srgbClr val="FFFFFF"/>
        </a:solidFill>
      </p:bgPr>
    </p:bg>
    <p:spTree>
      <p:nvGrpSpPr>
        <p:cNvPr id="1" name=""/>
        <p:cNvGrpSpPr/>
        <p:nvPr/>
      </p:nvGrpSpPr>
      <p:grpSpPr>
        <a:xfrm/>
      </p:grpSpPr>
      <p:sp>
        <p:nvSpPr>
          <p:cNvPr id="2" name="slot:affiliation"/>
          <p:cNvSpPr>
            <a:spLocks noGrp="1"/>
          </p:cNvSpPr>
          <p:nvPr>
            <p:ph type="body" idx="0"/>
          </p:nvPr>
        </p:nvSpPr>
        <p:spPr>
          <a:xfrm>
            <a:off x="762000" y="1219200"/>
            <a:ext cx="10668000" cy="438150"/>
          </a:xfrm>
          <a:prstGeom prst="rect">
            <a:avLst/>
          </a:prstGeom>
          <a:noFill/>
          <a:ln w="0">
            <a:noFill/>
          </a:ln>
        </p:spPr>
        <p:txBody>
          <a:bodyPr wrap="square" lIns="0" rIns="0" tIns="0" bIns="0" anchor="t">
            <a:noAutofit/>
          </a:bodyPr>
          <a:lstStyle>
            <a:defPPr algn="l">
              <a:buNone/>
              <a:defRPr sz="2100" b="0">
                <a:solidFill>
                  <a:srgbClr val="52677A"/>
                </a:solidFill>
                <a:latin typeface="+mn-lt"/>
                <a:ea typeface="+mn-ea"/>
                <a:cs typeface="+mn-cs"/>
              </a:defRPr>
            </a:defPPr>
            <a:lvl1pPr algn="l">
              <a:buNone/>
              <a:defRPr sz="2100" b="0">
                <a:solidFill>
                  <a:srgbClr val="52677A"/>
                </a:solidFill>
                <a:latin typeface="+mn-lt"/>
                <a:ea typeface="+mn-ea"/>
                <a:cs typeface="+mn-cs"/>
              </a:defRPr>
            </a:lvl1pPr>
            <a:lvl2pPr algn="l">
              <a:buNone/>
              <a:defRPr sz="20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r>
              <a:t>Click to edit affiliation</a:t>
            </a:r>
          </a:p>
        </p:txBody>
      </p:sp>
      <p:sp>
        <p:nvSpPr>
          <p:cNvPr id="3" name="slot:title"/>
          <p:cNvSpPr>
            <a:spLocks noGrp="1"/>
          </p:cNvSpPr>
          <p:nvPr>
            <p:ph type="title" idx="1"/>
          </p:nvPr>
        </p:nvSpPr>
        <p:spPr>
          <a:xfrm>
            <a:off x="762000" y="2419350"/>
            <a:ext cx="10668000" cy="1714500"/>
          </a:xfrm>
          <a:prstGeom prst="rect">
            <a:avLst/>
          </a:prstGeom>
          <a:noFill/>
          <a:ln w="0">
            <a:noFill/>
          </a:ln>
        </p:spPr>
        <p:txBody>
          <a:bodyPr wrap="square" lIns="0" rIns="0" tIns="0" bIns="0" anchor="t">
            <a:noAutofit/>
          </a:bodyPr>
          <a:lstStyle>
            <a:defPPr algn="l">
              <a:buNone/>
              <a:defRPr sz="5000" b="0">
                <a:solidFill>
                  <a:srgbClr val="142D45"/>
                </a:solidFill>
                <a:latin typeface="+mj-lt"/>
                <a:ea typeface="+mj-ea"/>
                <a:cs typeface="+mj-cs"/>
              </a:defRPr>
            </a:defPPr>
            <a:lvl1pPr algn="l">
              <a:buNone/>
              <a:defRPr sz="5000" b="0">
                <a:solidFill>
                  <a:srgbClr val="142D45"/>
                </a:solidFill>
                <a:latin typeface="+mj-lt"/>
                <a:ea typeface="+mj-ea"/>
                <a:cs typeface="+mj-cs"/>
              </a:defRPr>
            </a:lvl1pPr>
            <a:lvl2pPr algn="l">
              <a:buNone/>
              <a:defRPr sz="5000" b="0">
                <a:solidFill>
                  <a:srgbClr val="142D45"/>
                </a:solidFill>
                <a:latin typeface="+mj-lt"/>
                <a:ea typeface="+mj-ea"/>
                <a:cs typeface="+mj-cs"/>
              </a:defRPr>
            </a:lvl2pPr>
            <a:lvl3pPr algn="l">
              <a:buNone/>
              <a:defRPr sz="5000" b="0">
                <a:solidFill>
                  <a:srgbClr val="142D45"/>
                </a:solidFill>
                <a:latin typeface="+mj-lt"/>
                <a:ea typeface="+mj-ea"/>
                <a:cs typeface="+mj-cs"/>
              </a:defRPr>
            </a:lvl3pPr>
            <a:lvl4pPr algn="l">
              <a:buNone/>
              <a:defRPr sz="5000" b="0">
                <a:solidFill>
                  <a:srgbClr val="142D45"/>
                </a:solidFill>
                <a:latin typeface="+mj-lt"/>
                <a:ea typeface="+mj-ea"/>
                <a:cs typeface="+mj-cs"/>
              </a:defRPr>
            </a:lvl4pPr>
            <a:lvl5pPr algn="l">
              <a:buNone/>
              <a:defRPr sz="5000" b="0">
                <a:solidFill>
                  <a:srgbClr val="142D45"/>
                </a:solidFill>
                <a:latin typeface="+mj-lt"/>
                <a:ea typeface="+mj-ea"/>
                <a:cs typeface="+mj-cs"/>
              </a:defRPr>
            </a:lvl5pPr>
            <a:lvl6pPr algn="l">
              <a:buNone/>
              <a:defRPr sz="5000" b="0">
                <a:solidFill>
                  <a:srgbClr val="142D45"/>
                </a:solidFill>
                <a:latin typeface="+mj-lt"/>
                <a:ea typeface="+mj-ea"/>
                <a:cs typeface="+mj-cs"/>
              </a:defRPr>
            </a:lvl6pPr>
            <a:lvl7pPr algn="l">
              <a:buNone/>
              <a:defRPr sz="5000" b="0">
                <a:solidFill>
                  <a:srgbClr val="142D45"/>
                </a:solidFill>
                <a:latin typeface="+mj-lt"/>
                <a:ea typeface="+mj-ea"/>
                <a:cs typeface="+mj-cs"/>
              </a:defRPr>
            </a:lvl7pPr>
            <a:lvl8pPr algn="l">
              <a:buNone/>
              <a:defRPr sz="5000" b="0">
                <a:solidFill>
                  <a:srgbClr val="142D45"/>
                </a:solidFill>
                <a:latin typeface="+mj-lt"/>
                <a:ea typeface="+mj-ea"/>
                <a:cs typeface="+mj-cs"/>
              </a:defRPr>
            </a:lvl8pPr>
            <a:lvl9pPr algn="l">
              <a:buNone/>
              <a:defRPr sz="5000" b="0">
                <a:solidFill>
                  <a:srgbClr val="142D45"/>
                </a:solidFill>
                <a:latin typeface="+mj-lt"/>
                <a:ea typeface="+mj-ea"/>
                <a:cs typeface="+mj-cs"/>
              </a:defRPr>
            </a:lvl9pPr>
          </a:lstStyle>
          <a:p>
            <a:pPr lvl="0"/>
            <a:r>
              <a:t>Click to edit title</a:t>
            </a:r>
          </a:p>
        </p:txBody>
      </p:sp>
      <p:sp>
        <p:nvSpPr>
          <p:cNvPr id="4" name="slot:presenter"/>
          <p:cNvSpPr>
            <a:spLocks noGrp="1"/>
          </p:cNvSpPr>
          <p:nvPr>
            <p:ph type="body" idx="2"/>
          </p:nvPr>
        </p:nvSpPr>
        <p:spPr>
          <a:xfrm>
            <a:off x="762000" y="5010150"/>
            <a:ext cx="10668000" cy="457200"/>
          </a:xfrm>
          <a:prstGeom prst="rect">
            <a:avLst/>
          </a:prstGeom>
          <a:noFill/>
          <a:ln w="0">
            <a:noFill/>
          </a:ln>
        </p:spPr>
        <p:txBody>
          <a:bodyPr wrap="square" lIns="0" rIns="0" tIns="0" bIns="0" anchor="t">
            <a:noAutofit/>
          </a:bodyPr>
          <a:lstStyle>
            <a:defPPr algn="l">
              <a:buNone/>
              <a:defRPr sz="2400" b="0">
                <a:solidFill>
                  <a:srgbClr val="182C3F"/>
                </a:solidFill>
                <a:latin typeface="+mn-lt"/>
                <a:ea typeface="+mn-ea"/>
                <a:cs typeface="+mn-cs"/>
              </a:defRPr>
            </a:defPPr>
            <a:lvl1pPr algn="l">
              <a:buNone/>
              <a:defRPr sz="2400" b="0">
                <a:solidFill>
                  <a:srgbClr val="182C3F"/>
                </a:solidFill>
                <a:latin typeface="+mn-lt"/>
                <a:ea typeface="+mn-ea"/>
                <a:cs typeface="+mn-cs"/>
              </a:defRPr>
            </a:lvl1pPr>
            <a:lvl2pPr algn="l">
              <a:buNone/>
              <a:defRPr sz="22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r>
              <a:t>Click to edit presenter</a:t>
            </a:r>
          </a:p>
        </p:txBody>
      </p:sp>
      <p:sp>
        <p:nvSpPr>
          <p:cNvPr id="5" name="slot:subtitle"/>
          <p:cNvSpPr>
            <a:spLocks noGrp="1"/>
          </p:cNvSpPr>
          <p:nvPr>
            <p:ph type="subTitle" idx="3"/>
          </p:nvPr>
        </p:nvSpPr>
        <p:spPr>
          <a:xfrm>
            <a:off x="762000" y="5810250"/>
            <a:ext cx="10668000" cy="342900"/>
          </a:xfrm>
          <a:prstGeom prst="rect">
            <a:avLst/>
          </a:prstGeom>
          <a:noFill/>
          <a:ln w="0">
            <a:noFill/>
          </a:ln>
        </p:spPr>
        <p:txBody>
          <a:bodyPr wrap="square" lIns="0" rIns="0" tIns="0" bIns="0" anchor="t">
            <a:noAutofit/>
          </a:bodyPr>
          <a:lstStyle>
            <a:defPPr algn="l">
              <a:buNone/>
              <a:defRPr sz="1800" b="0">
                <a:solidFill>
                  <a:srgbClr val="52677A"/>
                </a:solidFill>
                <a:latin typeface="+mn-lt"/>
                <a:ea typeface="+mn-ea"/>
                <a:cs typeface="+mn-cs"/>
              </a:defRPr>
            </a:defPPr>
            <a:lvl1pPr algn="l">
              <a:buNone/>
              <a:defRPr sz="1800" b="0">
                <a:solidFill>
                  <a:srgbClr val="52677A"/>
                </a:solidFill>
                <a:latin typeface="+mn-lt"/>
                <a:ea typeface="+mn-ea"/>
                <a:cs typeface="+mn-cs"/>
              </a:defRPr>
            </a:lvl1pPr>
            <a:lvl2pPr algn="l">
              <a:buNone/>
              <a:defRPr sz="1800" b="0">
                <a:solidFill>
                  <a:srgbClr val="52677A"/>
                </a:solidFill>
                <a:latin typeface="+mn-lt"/>
                <a:ea typeface="+mn-ea"/>
                <a:cs typeface="+mn-cs"/>
              </a:defRPr>
            </a:lvl2pPr>
            <a:lvl3pPr algn="l">
              <a:buNone/>
              <a:defRPr sz="1800" b="0">
                <a:solidFill>
                  <a:srgbClr val="52677A"/>
                </a:solidFill>
                <a:latin typeface="+mn-lt"/>
                <a:ea typeface="+mn-ea"/>
                <a:cs typeface="+mn-cs"/>
              </a:defRPr>
            </a:lvl3pPr>
            <a:lvl4pPr algn="l">
              <a:buNone/>
              <a:defRPr sz="1800" b="0">
                <a:solidFill>
                  <a:srgbClr val="52677A"/>
                </a:solidFill>
                <a:latin typeface="+mn-lt"/>
                <a:ea typeface="+mn-ea"/>
                <a:cs typeface="+mn-cs"/>
              </a:defRPr>
            </a:lvl4pPr>
            <a:lvl5pPr algn="l">
              <a:buNone/>
              <a:defRPr sz="1800" b="0">
                <a:solidFill>
                  <a:srgbClr val="52677A"/>
                </a:solidFill>
                <a:latin typeface="+mn-lt"/>
                <a:ea typeface="+mn-ea"/>
                <a:cs typeface="+mn-cs"/>
              </a:defRPr>
            </a:lvl5pPr>
            <a:lvl6pPr algn="l">
              <a:buNone/>
              <a:defRPr sz="1800" b="0">
                <a:solidFill>
                  <a:srgbClr val="52677A"/>
                </a:solidFill>
                <a:latin typeface="+mn-lt"/>
                <a:ea typeface="+mn-ea"/>
                <a:cs typeface="+mn-cs"/>
              </a:defRPr>
            </a:lvl6pPr>
            <a:lvl7pPr algn="l">
              <a:buNone/>
              <a:defRPr sz="1800" b="0">
                <a:solidFill>
                  <a:srgbClr val="52677A"/>
                </a:solidFill>
                <a:latin typeface="+mn-lt"/>
                <a:ea typeface="+mn-ea"/>
                <a:cs typeface="+mn-cs"/>
              </a:defRPr>
            </a:lvl7pPr>
            <a:lvl8pPr algn="l">
              <a:buNone/>
              <a:defRPr sz="1800" b="0">
                <a:solidFill>
                  <a:srgbClr val="52677A"/>
                </a:solidFill>
                <a:latin typeface="+mn-lt"/>
                <a:ea typeface="+mn-ea"/>
                <a:cs typeface="+mn-cs"/>
              </a:defRPr>
            </a:lvl8pPr>
            <a:lvl9pPr algn="l">
              <a:buNone/>
              <a:defRPr sz="1800" b="0">
                <a:solidFill>
                  <a:srgbClr val="52677A"/>
                </a:solidFill>
                <a:latin typeface="+mn-lt"/>
                <a:ea typeface="+mn-ea"/>
                <a:cs typeface="+mn-cs"/>
              </a:defRPr>
            </a:lvl9pPr>
          </a:lstStyle>
          <a:p>
            <a:pPr lvl="0"/>
            <a:r>
              <a:t>Click to edit subtitle</a:t>
            </a:r>
          </a:p>
        </p:txBody>
      </p:sp>
    </p:spTree>
  </p:cSld>
  <p:clrMapOvr>
    <a:masterClrMapping/>
  </p:clrMapOvr>
  <p:hf hdr="0" ftr="0" dt="0" sldNum="0"/>
</p:sldLayout>
</file>

<file path=ppt/slideLayouts/slideLayoutAcademic2.xml><?xml version="1.0" encoding="utf-8"?>
<p:sldLayout xmlns:p="http://schemas.openxmlformats.org/presentationml/2006/main" xmlns:a="http://schemas.openxmlformats.org/drawingml/2006/main" xmlns:r="http://schemas.openxmlformats.org/officeDocument/2006/relationships" type="cust" preserve="1">
  <p:cSld name="02 Section divider">
    <p:bg>
      <p:bgPr>
        <a:solidFill>
          <a:srgbClr val="FFFFFF"/>
        </a:solidFill>
      </p:bgPr>
    </p:bg>
    <p:spTree>
      <p:nvGrpSpPr>
        <p:cNvPr id="1" name=""/>
        <p:cNvGrpSpPr/>
        <p:nvPr/>
      </p:nvGrpSpPr>
      <p:grpSpPr>
        <a:xfrm/>
      </p:grpSpPr>
      <p:sp>
        <p:nvSpPr>
          <p:cNvPr id="2" name="slot:section-number"/>
          <p:cNvSpPr>
            <a:spLocks noGrp="1"/>
          </p:cNvSpPr>
          <p:nvPr>
            <p:ph type="body" idx="0"/>
          </p:nvPr>
        </p:nvSpPr>
        <p:spPr>
          <a:xfrm>
            <a:off x="762000" y="1847850"/>
            <a:ext cx="2857500" cy="819150"/>
          </a:xfrm>
          <a:prstGeom prst="rect">
            <a:avLst/>
          </a:prstGeom>
          <a:noFill/>
          <a:ln w="0">
            <a:noFill/>
          </a:ln>
        </p:spPr>
        <p:txBody>
          <a:bodyPr wrap="square" lIns="0" rIns="0" tIns="0" bIns="0" anchor="t">
            <a:noAutofit/>
          </a:bodyPr>
          <a:lstStyle>
            <a:defPPr algn="l">
              <a:buNone/>
              <a:defRPr sz="4000" b="0">
                <a:solidFill>
                  <a:srgbClr val="315D8A"/>
                </a:solidFill>
                <a:latin typeface="+mj-lt"/>
                <a:ea typeface="+mj-ea"/>
                <a:cs typeface="+mj-cs"/>
              </a:defRPr>
            </a:defPPr>
            <a:lvl1pPr algn="l">
              <a:buNone/>
              <a:defRPr sz="4000" b="0">
                <a:solidFill>
                  <a:srgbClr val="315D8A"/>
                </a:solidFill>
                <a:latin typeface="+mj-lt"/>
                <a:ea typeface="+mj-ea"/>
                <a:cs typeface="+mj-cs"/>
              </a:defRPr>
            </a:lvl1pPr>
            <a:lvl2pPr algn="l">
              <a:buNone/>
              <a:defRPr sz="3800" b="0">
                <a:solidFill>
                  <a:srgbClr val="315D8A"/>
                </a:solidFill>
                <a:latin typeface="+mj-lt"/>
                <a:ea typeface="+mj-ea"/>
                <a:cs typeface="+mj-cs"/>
              </a:defRPr>
            </a:lvl2pPr>
            <a:lvl3pPr algn="l">
              <a:buNone/>
              <a:defRPr sz="3600" b="0">
                <a:solidFill>
                  <a:srgbClr val="315D8A"/>
                </a:solidFill>
                <a:latin typeface="+mj-lt"/>
                <a:ea typeface="+mj-ea"/>
                <a:cs typeface="+mj-cs"/>
              </a:defRPr>
            </a:lvl3pPr>
            <a:lvl4pPr algn="l">
              <a:buNone/>
              <a:defRPr sz="3400" b="0">
                <a:solidFill>
                  <a:srgbClr val="315D8A"/>
                </a:solidFill>
                <a:latin typeface="+mj-lt"/>
                <a:ea typeface="+mj-ea"/>
                <a:cs typeface="+mj-cs"/>
              </a:defRPr>
            </a:lvl4pPr>
            <a:lvl5pPr algn="l">
              <a:buNone/>
              <a:defRPr sz="3200" b="0">
                <a:solidFill>
                  <a:srgbClr val="315D8A"/>
                </a:solidFill>
                <a:latin typeface="+mj-lt"/>
                <a:ea typeface="+mj-ea"/>
                <a:cs typeface="+mj-cs"/>
              </a:defRPr>
            </a:lvl5pPr>
            <a:lvl6pPr algn="l">
              <a:buNone/>
              <a:defRPr sz="3000" b="0">
                <a:solidFill>
                  <a:srgbClr val="315D8A"/>
                </a:solidFill>
                <a:latin typeface="+mj-lt"/>
                <a:ea typeface="+mj-ea"/>
                <a:cs typeface="+mj-cs"/>
              </a:defRPr>
            </a:lvl6pPr>
            <a:lvl7pPr algn="l">
              <a:buNone/>
              <a:defRPr sz="2800" b="0">
                <a:solidFill>
                  <a:srgbClr val="315D8A"/>
                </a:solidFill>
                <a:latin typeface="+mj-lt"/>
                <a:ea typeface="+mj-ea"/>
                <a:cs typeface="+mj-cs"/>
              </a:defRPr>
            </a:lvl7pPr>
            <a:lvl8pPr algn="l">
              <a:buNone/>
              <a:defRPr sz="2600" b="0">
                <a:solidFill>
                  <a:srgbClr val="315D8A"/>
                </a:solidFill>
                <a:latin typeface="+mj-lt"/>
                <a:ea typeface="+mj-ea"/>
                <a:cs typeface="+mj-cs"/>
              </a:defRPr>
            </a:lvl8pPr>
            <a:lvl9pPr algn="l">
              <a:buNone/>
              <a:defRPr sz="2400" b="0">
                <a:solidFill>
                  <a:srgbClr val="315D8A"/>
                </a:solidFill>
                <a:latin typeface="+mj-lt"/>
                <a:ea typeface="+mj-ea"/>
                <a:cs typeface="+mj-cs"/>
              </a:defRPr>
            </a:lvl9pPr>
          </a:lstStyle>
          <a:p>
            <a:pPr lvl="0"/>
            <a:r>
              <a:t>Click to edit section-number</a:t>
            </a:r>
          </a:p>
        </p:txBody>
      </p:sp>
      <p:sp>
        <p:nvSpPr>
          <p:cNvPr id="3" name="slot:title"/>
          <p:cNvSpPr>
            <a:spLocks noGrp="1"/>
          </p:cNvSpPr>
          <p:nvPr>
            <p:ph type="title" idx="1"/>
          </p:nvPr>
        </p:nvSpPr>
        <p:spPr>
          <a:xfrm>
            <a:off x="762000" y="3048000"/>
            <a:ext cx="10668000" cy="1238250"/>
          </a:xfrm>
          <a:prstGeom prst="rect">
            <a:avLst/>
          </a:prstGeom>
          <a:noFill/>
          <a:ln w="0">
            <a:noFill/>
          </a:ln>
        </p:spPr>
        <p:txBody>
          <a:bodyPr wrap="square" lIns="0" rIns="0" tIns="0" bIns="0" anchor="t">
            <a:noAutofit/>
          </a:bodyPr>
          <a:lstStyle>
            <a:defPPr algn="l">
              <a:buNone/>
              <a:defRPr sz="4800" b="0">
                <a:solidFill>
                  <a:srgbClr val="142D45"/>
                </a:solidFill>
                <a:latin typeface="+mj-lt"/>
                <a:ea typeface="+mj-ea"/>
                <a:cs typeface="+mj-cs"/>
              </a:defRPr>
            </a:defPPr>
            <a:lvl1pPr algn="l">
              <a:buNone/>
              <a:defRPr sz="4800" b="0">
                <a:solidFill>
                  <a:srgbClr val="142D45"/>
                </a:solidFill>
                <a:latin typeface="+mj-lt"/>
                <a:ea typeface="+mj-ea"/>
                <a:cs typeface="+mj-cs"/>
              </a:defRPr>
            </a:lvl1pPr>
            <a:lvl2pPr algn="l">
              <a:buNone/>
              <a:defRPr sz="4800" b="0">
                <a:solidFill>
                  <a:srgbClr val="142D45"/>
                </a:solidFill>
                <a:latin typeface="+mj-lt"/>
                <a:ea typeface="+mj-ea"/>
                <a:cs typeface="+mj-cs"/>
              </a:defRPr>
            </a:lvl2pPr>
            <a:lvl3pPr algn="l">
              <a:buNone/>
              <a:defRPr sz="4800" b="0">
                <a:solidFill>
                  <a:srgbClr val="142D45"/>
                </a:solidFill>
                <a:latin typeface="+mj-lt"/>
                <a:ea typeface="+mj-ea"/>
                <a:cs typeface="+mj-cs"/>
              </a:defRPr>
            </a:lvl3pPr>
            <a:lvl4pPr algn="l">
              <a:buNone/>
              <a:defRPr sz="4800" b="0">
                <a:solidFill>
                  <a:srgbClr val="142D45"/>
                </a:solidFill>
                <a:latin typeface="+mj-lt"/>
                <a:ea typeface="+mj-ea"/>
                <a:cs typeface="+mj-cs"/>
              </a:defRPr>
            </a:lvl4pPr>
            <a:lvl5pPr algn="l">
              <a:buNone/>
              <a:defRPr sz="4800" b="0">
                <a:solidFill>
                  <a:srgbClr val="142D45"/>
                </a:solidFill>
                <a:latin typeface="+mj-lt"/>
                <a:ea typeface="+mj-ea"/>
                <a:cs typeface="+mj-cs"/>
              </a:defRPr>
            </a:lvl5pPr>
            <a:lvl6pPr algn="l">
              <a:buNone/>
              <a:defRPr sz="4800" b="0">
                <a:solidFill>
                  <a:srgbClr val="142D45"/>
                </a:solidFill>
                <a:latin typeface="+mj-lt"/>
                <a:ea typeface="+mj-ea"/>
                <a:cs typeface="+mj-cs"/>
              </a:defRPr>
            </a:lvl6pPr>
            <a:lvl7pPr algn="l">
              <a:buNone/>
              <a:defRPr sz="4800" b="0">
                <a:solidFill>
                  <a:srgbClr val="142D45"/>
                </a:solidFill>
                <a:latin typeface="+mj-lt"/>
                <a:ea typeface="+mj-ea"/>
                <a:cs typeface="+mj-cs"/>
              </a:defRPr>
            </a:lvl7pPr>
            <a:lvl8pPr algn="l">
              <a:buNone/>
              <a:defRPr sz="4800" b="0">
                <a:solidFill>
                  <a:srgbClr val="142D45"/>
                </a:solidFill>
                <a:latin typeface="+mj-lt"/>
                <a:ea typeface="+mj-ea"/>
                <a:cs typeface="+mj-cs"/>
              </a:defRPr>
            </a:lvl8pPr>
            <a:lvl9pPr algn="l">
              <a:buNone/>
              <a:defRPr sz="4800" b="0">
                <a:solidFill>
                  <a:srgbClr val="142D45"/>
                </a:solidFill>
                <a:latin typeface="+mj-lt"/>
                <a:ea typeface="+mj-ea"/>
                <a:cs typeface="+mj-cs"/>
              </a:defRPr>
            </a:lvl9pPr>
          </a:lstStyle>
          <a:p>
            <a:pPr lvl="0"/>
            <a:r>
              <a:t>Click to edit title</a:t>
            </a:r>
          </a:p>
        </p:txBody>
      </p:sp>
      <p:sp>
        <p:nvSpPr>
          <p:cNvPr id="4" name="slot:subtitle"/>
          <p:cNvSpPr>
            <a:spLocks noGrp="1"/>
          </p:cNvSpPr>
          <p:nvPr>
            <p:ph type="subTitle" idx="2"/>
          </p:nvPr>
        </p:nvSpPr>
        <p:spPr>
          <a:xfrm>
            <a:off x="762000" y="4791075"/>
            <a:ext cx="10668000" cy="495300"/>
          </a:xfrm>
          <a:prstGeom prst="rect">
            <a:avLst/>
          </a:prstGeom>
          <a:noFill/>
          <a:ln w="0">
            <a:noFill/>
          </a:ln>
        </p:spPr>
        <p:txBody>
          <a:bodyPr wrap="square" lIns="0" rIns="0" tIns="0" bIns="0" anchor="t">
            <a:noAutofit/>
          </a:bodyPr>
          <a:lstStyle>
            <a:defPPr algn="l">
              <a:buNone/>
              <a:defRPr sz="2400" b="0">
                <a:solidFill>
                  <a:srgbClr val="52677A"/>
                </a:solidFill>
                <a:latin typeface="+mn-lt"/>
                <a:ea typeface="+mn-ea"/>
                <a:cs typeface="+mn-cs"/>
              </a:defRPr>
            </a:defPPr>
            <a:lvl1pPr algn="l">
              <a:buNone/>
              <a:defRPr sz="2400" b="0">
                <a:solidFill>
                  <a:srgbClr val="52677A"/>
                </a:solidFill>
                <a:latin typeface="+mn-lt"/>
                <a:ea typeface="+mn-ea"/>
                <a:cs typeface="+mn-cs"/>
              </a:defRPr>
            </a:lvl1pPr>
            <a:lvl2pPr algn="l">
              <a:buNone/>
              <a:defRPr sz="2400" b="0">
                <a:solidFill>
                  <a:srgbClr val="52677A"/>
                </a:solidFill>
                <a:latin typeface="+mn-lt"/>
                <a:ea typeface="+mn-ea"/>
                <a:cs typeface="+mn-cs"/>
              </a:defRPr>
            </a:lvl2pPr>
            <a:lvl3pPr algn="l">
              <a:buNone/>
              <a:defRPr sz="2400" b="0">
                <a:solidFill>
                  <a:srgbClr val="52677A"/>
                </a:solidFill>
                <a:latin typeface="+mn-lt"/>
                <a:ea typeface="+mn-ea"/>
                <a:cs typeface="+mn-cs"/>
              </a:defRPr>
            </a:lvl3pPr>
            <a:lvl4pPr algn="l">
              <a:buNone/>
              <a:defRPr sz="2400" b="0">
                <a:solidFill>
                  <a:srgbClr val="52677A"/>
                </a:solidFill>
                <a:latin typeface="+mn-lt"/>
                <a:ea typeface="+mn-ea"/>
                <a:cs typeface="+mn-cs"/>
              </a:defRPr>
            </a:lvl4pPr>
            <a:lvl5pPr algn="l">
              <a:buNone/>
              <a:defRPr sz="2400" b="0">
                <a:solidFill>
                  <a:srgbClr val="52677A"/>
                </a:solidFill>
                <a:latin typeface="+mn-lt"/>
                <a:ea typeface="+mn-ea"/>
                <a:cs typeface="+mn-cs"/>
              </a:defRPr>
            </a:lvl5pPr>
            <a:lvl6pPr algn="l">
              <a:buNone/>
              <a:defRPr sz="2400" b="0">
                <a:solidFill>
                  <a:srgbClr val="52677A"/>
                </a:solidFill>
                <a:latin typeface="+mn-lt"/>
                <a:ea typeface="+mn-ea"/>
                <a:cs typeface="+mn-cs"/>
              </a:defRPr>
            </a:lvl6pPr>
            <a:lvl7pPr algn="l">
              <a:buNone/>
              <a:defRPr sz="2400" b="0">
                <a:solidFill>
                  <a:srgbClr val="52677A"/>
                </a:solidFill>
                <a:latin typeface="+mn-lt"/>
                <a:ea typeface="+mn-ea"/>
                <a:cs typeface="+mn-cs"/>
              </a:defRPr>
            </a:lvl7pPr>
            <a:lvl8pPr algn="l">
              <a:buNone/>
              <a:defRPr sz="2400" b="0">
                <a:solidFill>
                  <a:srgbClr val="52677A"/>
                </a:solidFill>
                <a:latin typeface="+mn-lt"/>
                <a:ea typeface="+mn-ea"/>
                <a:cs typeface="+mn-cs"/>
              </a:defRPr>
            </a:lvl8pPr>
            <a:lvl9pPr algn="l">
              <a:buNone/>
              <a:defRPr sz="2400" b="0">
                <a:solidFill>
                  <a:srgbClr val="52677A"/>
                </a:solidFill>
                <a:latin typeface="+mn-lt"/>
                <a:ea typeface="+mn-ea"/>
                <a:cs typeface="+mn-cs"/>
              </a:defRPr>
            </a:lvl9pPr>
          </a:lstStyle>
          <a:p>
            <a:pPr lvl="0"/>
            <a:r>
              <a:t>Click to edit subtitle</a:t>
            </a:r>
          </a:p>
        </p:txBody>
      </p:sp>
      <p:sp>
        <p:nvSpPr>
          <p:cNvPr id="5" name="footer-affiliation"/>
          <p:cNvSpPr>
            <a:spLocks xmlns:a="http://schemas.openxmlformats.org/drawingml/2006/main" noGrp="1"/>
          </p:cNvSpPr>
          <p:nvPr>
            <p:ph type="ftr" idx="90"/>
          </p:nvPr>
        </p:nvSpPr>
        <p:spPr>
          <a:xfrm xmlns:a="http://schemas.openxmlformats.org/drawingml/2006/main">
            <a:off x="762000" y="63055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xmlns:a="http://schemas.openxmlformats.org/drawingml/2006/main">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6" name="footer-page"/>
          <p:cNvSpPr>
            <a:spLocks xmlns:a="http://schemas.openxmlformats.org/drawingml/2006/main" noGrp="1"/>
          </p:cNvSpPr>
          <p:nvPr>
            <p:ph type="sldNum" idx="91"/>
          </p:nvPr>
        </p:nvSpPr>
        <p:spPr>
          <a:xfrm xmlns:a="http://schemas.openxmlformats.org/drawingml/2006/main">
            <a:off x="10839450" y="6305550"/>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xmlns:a="http://schemas.openxmlformats.org/drawingml/2006/main">
            <a:pPr algn="r">
              <a:defRPr sz="1100" b="0">
                <a:solidFill>
                  <a:srgbClr val="52677A"/>
                </a:solidFill>
                <a:latin typeface="Arial"/>
                <a:ea typeface="Arial"/>
                <a:cs typeface="Arial"/>
              </a:defRPr>
            </a:pPr>
            <a:fld id="{D210A427-F113-4956-9390-D81B182B220E}" type="slidenum">
              <a:rPr sz="1100" b="0">
                <a:solidFill>
                  <a:srgbClr val="52677A"/>
                </a:solidFill>
                <a:latin typeface="Arial"/>
                <a:ea typeface="Arial"/>
                <a:cs typeface="Arial"/>
              </a:rPr>
              <a:t>1</a:t>
            </a:fld>
          </a:p>
        </p:txBody>
      </p:sp>
    </p:spTree>
  </p:cSld>
  <p:clrMapOvr>
    <a:masterClrMapping/>
  </p:clrMapOvr>
  <p:hf hdr="0" ftr="1" dt="0" sldNum="1"/>
</p:sldLayout>
</file>

<file path=ppt/slideLayouts/slideLayoutAcademic3.xml><?xml version="1.0" encoding="utf-8"?>
<p:sldLayout xmlns:p="http://schemas.openxmlformats.org/presentationml/2006/main" xmlns:a="http://schemas.openxmlformats.org/drawingml/2006/main" xmlns:r="http://schemas.openxmlformats.org/officeDocument/2006/relationships" type="cust" preserve="1">
  <p:cSld name="03 Research question">
    <p:bg>
      <p:bgPr>
        <a:solidFill>
          <a:srgbClr val="FFFFFF"/>
        </a:solidFill>
      </p:bgPr>
    </p:bg>
    <p:spTree>
      <p:nvGrpSpPr>
        <p:cNvPr id="1" name=""/>
        <p:cNvGrpSpPr/>
        <p:nvPr/>
      </p:nvGrpSpPr>
      <p:grpSpPr>
        <a:xfrm/>
      </p:grpSpPr>
      <p:sp>
        <p:nvSpPr>
          <p:cNvPr id="2" name="slot:title"/>
          <p:cNvSpPr>
            <a:spLocks noGrp="1"/>
          </p:cNvSpPr>
          <p:nvPr>
            <p:ph type="title" idx="0"/>
          </p:nvPr>
        </p:nvSpPr>
        <p:spPr>
          <a:xfrm>
            <a:off x="762000" y="571500"/>
            <a:ext cx="10668000" cy="1219200"/>
          </a:xfrm>
          <a:prstGeom prst="rect">
            <a:avLst/>
          </a:prstGeom>
          <a:noFill/>
          <a:ln w="0">
            <a:noFill/>
          </a:ln>
        </p:spPr>
        <p:txBody>
          <a:bodyPr wrap="square" lIns="0" rIns="0" t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r>
              <a:t>Click to edit title</a:t>
            </a:r>
          </a:p>
        </p:txBody>
      </p:sp>
      <p:sp>
        <p:nvSpPr>
          <p:cNvPr id="3" name="slot:question"/>
          <p:cNvSpPr>
            <a:spLocks noGrp="1"/>
          </p:cNvSpPr>
          <p:nvPr>
            <p:ph type="body" idx="1"/>
          </p:nvPr>
        </p:nvSpPr>
        <p:spPr>
          <a:xfrm>
            <a:off x="762000" y="2400300"/>
            <a:ext cx="10668000" cy="1447800"/>
          </a:xfrm>
          <a:prstGeom prst="rect">
            <a:avLst/>
          </a:prstGeom>
          <a:noFill/>
          <a:ln w="0">
            <a:noFill/>
          </a:ln>
        </p:spPr>
        <p:txBody>
          <a:bodyPr wrap="square" lIns="0" rIns="0" tIns="0" bIns="0" anchor="t">
            <a:noAutofit/>
          </a:bodyPr>
          <a:lstStyle>
            <a:defPPr algn="l">
              <a:buNone/>
              <a:defRPr sz="4400" b="0">
                <a:solidFill>
                  <a:srgbClr val="142D45"/>
                </a:solidFill>
                <a:latin typeface="+mj-lt"/>
                <a:ea typeface="+mj-ea"/>
                <a:cs typeface="+mj-cs"/>
              </a:defRPr>
            </a:defPPr>
            <a:lvl1pPr algn="l">
              <a:buNone/>
              <a:defRPr sz="4400" b="0">
                <a:solidFill>
                  <a:srgbClr val="142D45"/>
                </a:solidFill>
                <a:latin typeface="+mj-lt"/>
                <a:ea typeface="+mj-ea"/>
                <a:cs typeface="+mj-cs"/>
              </a:defRPr>
            </a:lvl1pPr>
            <a:lvl2pPr algn="l">
              <a:buNone/>
              <a:defRPr sz="4200" b="0">
                <a:solidFill>
                  <a:srgbClr val="142D45"/>
                </a:solidFill>
                <a:latin typeface="+mj-lt"/>
                <a:ea typeface="+mj-ea"/>
                <a:cs typeface="+mj-cs"/>
              </a:defRPr>
            </a:lvl2pPr>
            <a:lvl3pPr algn="l">
              <a:buNone/>
              <a:defRPr sz="4000" b="0">
                <a:solidFill>
                  <a:srgbClr val="142D45"/>
                </a:solidFill>
                <a:latin typeface="+mj-lt"/>
                <a:ea typeface="+mj-ea"/>
                <a:cs typeface="+mj-cs"/>
              </a:defRPr>
            </a:lvl3pPr>
            <a:lvl4pPr algn="l">
              <a:buNone/>
              <a:defRPr sz="38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400" b="0">
                <a:solidFill>
                  <a:srgbClr val="142D45"/>
                </a:solidFill>
                <a:latin typeface="+mj-lt"/>
                <a:ea typeface="+mj-ea"/>
                <a:cs typeface="+mj-cs"/>
              </a:defRPr>
            </a:lvl6pPr>
            <a:lvl7pPr algn="l">
              <a:buNone/>
              <a:defRPr sz="3200" b="0">
                <a:solidFill>
                  <a:srgbClr val="142D45"/>
                </a:solidFill>
                <a:latin typeface="+mj-lt"/>
                <a:ea typeface="+mj-ea"/>
                <a:cs typeface="+mj-cs"/>
              </a:defRPr>
            </a:lvl7pPr>
            <a:lvl8pPr algn="l">
              <a:buNone/>
              <a:defRPr sz="3000" b="0">
                <a:solidFill>
                  <a:srgbClr val="142D45"/>
                </a:solidFill>
                <a:latin typeface="+mj-lt"/>
                <a:ea typeface="+mj-ea"/>
                <a:cs typeface="+mj-cs"/>
              </a:defRPr>
            </a:lvl8pPr>
            <a:lvl9pPr algn="l">
              <a:buNone/>
              <a:defRPr sz="2800" b="0">
                <a:solidFill>
                  <a:srgbClr val="142D45"/>
                </a:solidFill>
                <a:latin typeface="+mj-lt"/>
                <a:ea typeface="+mj-ea"/>
                <a:cs typeface="+mj-cs"/>
              </a:defRPr>
            </a:lvl9pPr>
          </a:lstStyle>
          <a:p>
            <a:pPr lvl="0"/>
            <a:r>
              <a:t>Click to edit question</a:t>
            </a:r>
          </a:p>
        </p:txBody>
      </p:sp>
      <p:sp>
        <p:nvSpPr>
          <p:cNvPr id="4" name="slot:context"/>
          <p:cNvSpPr>
            <a:spLocks noGrp="1"/>
          </p:cNvSpPr>
          <p:nvPr>
            <p:ph type="body" idx="2"/>
          </p:nvPr>
        </p:nvSpPr>
        <p:spPr>
          <a:xfrm>
            <a:off x="762000" y="4762500"/>
            <a:ext cx="10668000" cy="495300"/>
          </a:xfrm>
          <a:prstGeom prst="rect">
            <a:avLst/>
          </a:prstGeom>
          <a:noFill/>
          <a:ln w="0">
            <a:noFill/>
          </a:ln>
        </p:spPr>
        <p:txBody>
          <a:bodyPr wrap="square" lIns="0" rIns="0" tIns="0" bIns="0" anchor="t">
            <a:noAutofit/>
          </a:bodyPr>
          <a:lstStyle>
            <a:defPPr algn="l">
              <a:buNone/>
              <a:defRPr sz="2400" b="0">
                <a:solidFill>
                  <a:srgbClr val="52677A"/>
                </a:solidFill>
                <a:latin typeface="+mn-lt"/>
                <a:ea typeface="+mn-ea"/>
                <a:cs typeface="+mn-cs"/>
              </a:defRPr>
            </a:defPPr>
            <a:lvl1pPr algn="l">
              <a:buNone/>
              <a:defRPr sz="2400" b="0">
                <a:solidFill>
                  <a:srgbClr val="52677A"/>
                </a:solidFill>
                <a:latin typeface="+mn-lt"/>
                <a:ea typeface="+mn-ea"/>
                <a:cs typeface="+mn-cs"/>
              </a:defRPr>
            </a:lvl1pPr>
            <a:lvl2pPr algn="l">
              <a:buNone/>
              <a:defRPr sz="22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r>
              <a:t>Click to edit context</a:t>
            </a:r>
          </a:p>
        </p:txBody>
      </p:sp>
      <p:sp>
        <p:nvSpPr>
          <p:cNvPr id="5" name="footer-affiliation"/>
          <p:cNvSpPr>
            <a:spLocks xmlns:a="http://schemas.openxmlformats.org/drawingml/2006/main" noGrp="1"/>
          </p:cNvSpPr>
          <p:nvPr>
            <p:ph type="ftr" idx="90"/>
          </p:nvPr>
        </p:nvSpPr>
        <p:spPr>
          <a:xfrm xmlns:a="http://schemas.openxmlformats.org/drawingml/2006/main">
            <a:off x="762000" y="63055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xmlns:a="http://schemas.openxmlformats.org/drawingml/2006/main">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6" name="footer-page"/>
          <p:cNvSpPr>
            <a:spLocks xmlns:a="http://schemas.openxmlformats.org/drawingml/2006/main" noGrp="1"/>
          </p:cNvSpPr>
          <p:nvPr>
            <p:ph type="sldNum" idx="91"/>
          </p:nvPr>
        </p:nvSpPr>
        <p:spPr>
          <a:xfrm xmlns:a="http://schemas.openxmlformats.org/drawingml/2006/main">
            <a:off x="10839450" y="6305550"/>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xmlns:a="http://schemas.openxmlformats.org/drawingml/2006/main">
            <a:pPr algn="r">
              <a:defRPr sz="1100" b="0">
                <a:solidFill>
                  <a:srgbClr val="52677A"/>
                </a:solidFill>
                <a:latin typeface="Arial"/>
                <a:ea typeface="Arial"/>
                <a:cs typeface="Arial"/>
              </a:defRPr>
            </a:pPr>
            <a:fld id="{3FDD49FA-11E7-46B2-A8CD-1BDDA2F5E6AA}" type="slidenum">
              <a:rPr sz="1100" b="0">
                <a:solidFill>
                  <a:srgbClr val="52677A"/>
                </a:solidFill>
                <a:latin typeface="Arial"/>
                <a:ea typeface="Arial"/>
                <a:cs typeface="Arial"/>
              </a:rPr>
              <a:t>1</a:t>
            </a:fld>
          </a:p>
        </p:txBody>
      </p:sp>
    </p:spTree>
  </p:cSld>
  <p:clrMapOvr>
    <a:masterClrMapping/>
  </p:clrMapOvr>
  <p:hf hdr="0" ftr="1" dt="0" sldNum="1"/>
</p:sldLayout>
</file>

<file path=ppt/slideLayouts/slideLayoutAcademic4.xml><?xml version="1.0" encoding="utf-8"?>
<p:sldLayout xmlns:p="http://schemas.openxmlformats.org/presentationml/2006/main" xmlns:a="http://schemas.openxmlformats.org/drawingml/2006/main" xmlns:r="http://schemas.openxmlformats.org/officeDocument/2006/relationships" type="cust" preserve="1">
  <p:cSld name="04 Outline">
    <p:bg>
      <p:bgPr>
        <a:solidFill>
          <a:srgbClr val="FFFFFF"/>
        </a:solidFill>
      </p:bgPr>
    </p:bg>
    <p:spTree>
      <p:nvGrpSpPr>
        <p:cNvPr id="1" name=""/>
        <p:cNvGrpSpPr/>
        <p:nvPr/>
      </p:nvGrpSpPr>
      <p:grpSpPr>
        <a:xfrm/>
      </p:grpSpPr>
      <p:sp>
        <p:nvSpPr>
          <p:cNvPr id="2" name="layout:number-0"/>
          <p:cNvSpPr>
            <a:spLocks xmlns:a="http://schemas.openxmlformats.org/drawingml/2006/main" noGrp="1"/>
          </p:cNvSpPr>
          <p:nvPr/>
        </p:nvSpPr>
        <p:spPr>
          <a:xfrm xmlns:a="http://schemas.openxmlformats.org/drawingml/2006/main">
            <a:off x="762000" y="2152650"/>
            <a:ext cx="95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00" b="0">
                <a:solidFill>
                  <a:srgbClr val="315D8A"/>
                </a:solidFill>
                <a:latin typeface="Cambria"/>
                <a:ea typeface="Cambria"/>
                <a:cs typeface="Cambria"/>
              </a:defRPr>
            </a:defPPr>
          </a:lstStyle>
          <a:p xmlns:a="http://schemas.openxmlformats.org/drawingml/2006/main">
            <a:pPr algn="l">
              <a:defRPr sz="2600" b="0">
                <a:solidFill>
                  <a:srgbClr val="315D8A"/>
                </a:solidFill>
                <a:latin typeface="Cambria"/>
                <a:ea typeface="Cambria"/>
                <a:cs typeface="Cambria"/>
              </a:defRPr>
            </a:pPr>
            <a:r>
              <a:rPr sz="2600" b="0">
                <a:solidFill>
                  <a:srgbClr val="315D8A"/>
                </a:solidFill>
                <a:latin typeface="Cambria"/>
                <a:ea typeface="Cambria"/>
                <a:cs typeface="Cambria"/>
              </a:rPr>
              <a:t>01</a:t>
            </a:r>
          </a:p>
        </p:txBody>
      </p:sp>
      <p:sp>
        <p:nvSpPr>
          <p:cNvPr id="3" name="layout:number-1"/>
          <p:cNvSpPr>
            <a:spLocks xmlns:a="http://schemas.openxmlformats.org/drawingml/2006/main" noGrp="1"/>
          </p:cNvSpPr>
          <p:nvPr/>
        </p:nvSpPr>
        <p:spPr>
          <a:xfrm xmlns:a="http://schemas.openxmlformats.org/drawingml/2006/main">
            <a:off x="762000" y="2962275"/>
            <a:ext cx="95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00" b="0">
                <a:solidFill>
                  <a:srgbClr val="315D8A"/>
                </a:solidFill>
                <a:latin typeface="Cambria"/>
                <a:ea typeface="Cambria"/>
                <a:cs typeface="Cambria"/>
              </a:defRPr>
            </a:defPPr>
          </a:lstStyle>
          <a:p xmlns:a="http://schemas.openxmlformats.org/drawingml/2006/main">
            <a:pPr algn="l">
              <a:defRPr sz="2600" b="0">
                <a:solidFill>
                  <a:srgbClr val="315D8A"/>
                </a:solidFill>
                <a:latin typeface="Cambria"/>
                <a:ea typeface="Cambria"/>
                <a:cs typeface="Cambria"/>
              </a:defRPr>
            </a:pPr>
            <a:r>
              <a:rPr sz="2600" b="0">
                <a:solidFill>
                  <a:srgbClr val="315D8A"/>
                </a:solidFill>
                <a:latin typeface="Cambria"/>
                <a:ea typeface="Cambria"/>
                <a:cs typeface="Cambria"/>
              </a:rPr>
              <a:t>02</a:t>
            </a:r>
          </a:p>
        </p:txBody>
      </p:sp>
      <p:sp>
        <p:nvSpPr>
          <p:cNvPr id="4" name="layout:number-2"/>
          <p:cNvSpPr>
            <a:spLocks xmlns:a="http://schemas.openxmlformats.org/drawingml/2006/main" noGrp="1"/>
          </p:cNvSpPr>
          <p:nvPr/>
        </p:nvSpPr>
        <p:spPr>
          <a:xfrm xmlns:a="http://schemas.openxmlformats.org/drawingml/2006/main">
            <a:off x="762000" y="3771900"/>
            <a:ext cx="95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00" b="0">
                <a:solidFill>
                  <a:srgbClr val="315D8A"/>
                </a:solidFill>
                <a:latin typeface="Cambria"/>
                <a:ea typeface="Cambria"/>
                <a:cs typeface="Cambria"/>
              </a:defRPr>
            </a:defPPr>
          </a:lstStyle>
          <a:p xmlns:a="http://schemas.openxmlformats.org/drawingml/2006/main">
            <a:pPr algn="l">
              <a:defRPr sz="2600" b="0">
                <a:solidFill>
                  <a:srgbClr val="315D8A"/>
                </a:solidFill>
                <a:latin typeface="Cambria"/>
                <a:ea typeface="Cambria"/>
                <a:cs typeface="Cambria"/>
              </a:defRPr>
            </a:pPr>
            <a:r>
              <a:rPr sz="2600" b="0">
                <a:solidFill>
                  <a:srgbClr val="315D8A"/>
                </a:solidFill>
                <a:latin typeface="Cambria"/>
                <a:ea typeface="Cambria"/>
                <a:cs typeface="Cambria"/>
              </a:rPr>
              <a:t>03</a:t>
            </a:r>
          </a:p>
        </p:txBody>
      </p:sp>
      <p:sp>
        <p:nvSpPr>
          <p:cNvPr id="5" name="layout:number-3"/>
          <p:cNvSpPr>
            <a:spLocks xmlns:a="http://schemas.openxmlformats.org/drawingml/2006/main" noGrp="1"/>
          </p:cNvSpPr>
          <p:nvPr/>
        </p:nvSpPr>
        <p:spPr>
          <a:xfrm xmlns:a="http://schemas.openxmlformats.org/drawingml/2006/main">
            <a:off x="762000" y="4581525"/>
            <a:ext cx="95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00" b="0">
                <a:solidFill>
                  <a:srgbClr val="315D8A"/>
                </a:solidFill>
                <a:latin typeface="Cambria"/>
                <a:ea typeface="Cambria"/>
                <a:cs typeface="Cambria"/>
              </a:defRPr>
            </a:defPPr>
          </a:lstStyle>
          <a:p xmlns:a="http://schemas.openxmlformats.org/drawingml/2006/main">
            <a:pPr algn="l">
              <a:defRPr sz="2600" b="0">
                <a:solidFill>
                  <a:srgbClr val="315D8A"/>
                </a:solidFill>
                <a:latin typeface="Cambria"/>
                <a:ea typeface="Cambria"/>
                <a:cs typeface="Cambria"/>
              </a:defRPr>
            </a:pPr>
            <a:r>
              <a:rPr sz="2600" b="0">
                <a:solidFill>
                  <a:srgbClr val="315D8A"/>
                </a:solidFill>
                <a:latin typeface="Cambria"/>
                <a:ea typeface="Cambria"/>
                <a:cs typeface="Cambria"/>
              </a:rPr>
              <a:t>04</a:t>
            </a:r>
          </a:p>
        </p:txBody>
      </p:sp>
      <p:sp>
        <p:nvSpPr>
          <p:cNvPr id="6" name="slot:title"/>
          <p:cNvSpPr>
            <a:spLocks noGrp="1"/>
          </p:cNvSpPr>
          <p:nvPr>
            <p:ph type="title" idx="0"/>
          </p:nvPr>
        </p:nvSpPr>
        <p:spPr>
          <a:xfrm>
            <a:off x="762000" y="571500"/>
            <a:ext cx="10668000" cy="1219200"/>
          </a:xfrm>
          <a:prstGeom prst="rect">
            <a:avLst/>
          </a:prstGeom>
          <a:noFill/>
          <a:ln w="0">
            <a:noFill/>
          </a:ln>
        </p:spPr>
        <p:txBody>
          <a:bodyPr wrap="square" lIns="0" rIns="0" t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r>
              <a:t>Click to edit title</a:t>
            </a:r>
          </a:p>
        </p:txBody>
      </p:sp>
      <p:sp>
        <p:nvSpPr>
          <p:cNvPr id="7" name="slot:item-0"/>
          <p:cNvSpPr>
            <a:spLocks noGrp="1"/>
          </p:cNvSpPr>
          <p:nvPr>
            <p:ph type="body" idx="1"/>
          </p:nvPr>
        </p:nvSpPr>
        <p:spPr>
          <a:xfrm>
            <a:off x="2266950" y="2152650"/>
            <a:ext cx="9163050" cy="457200"/>
          </a:xfrm>
          <a:prstGeom prst="rect">
            <a:avLst/>
          </a:prstGeom>
          <a:noFill/>
          <a:ln w="0">
            <a:noFill/>
          </a:ln>
        </p:spPr>
        <p:txBody>
          <a:bodyPr wrap="square" lIns="0" rIns="0" tIns="0" bIns="0" anchor="t">
            <a:noAutofit/>
          </a:bodyPr>
          <a:lstStyle>
            <a:defPPr algn="l">
              <a:buNone/>
              <a:defRPr sz="2600" b="0">
                <a:solidFill>
                  <a:srgbClr val="182C3F"/>
                </a:solidFill>
                <a:latin typeface="+mn-lt"/>
                <a:ea typeface="+mn-ea"/>
                <a:cs typeface="+mn-cs"/>
              </a:defRPr>
            </a:defPPr>
            <a:lvl1pPr algn="l">
              <a:buNone/>
              <a:defRPr sz="2600" b="0">
                <a:solidFill>
                  <a:srgbClr val="182C3F"/>
                </a:solidFill>
                <a:latin typeface="+mn-lt"/>
                <a:ea typeface="+mn-ea"/>
                <a:cs typeface="+mn-cs"/>
              </a:defRPr>
            </a:lvl1pPr>
            <a:lvl2pPr algn="l">
              <a:buNone/>
              <a:defRPr sz="2400" b="0">
                <a:solidFill>
                  <a:srgbClr val="182C3F"/>
                </a:solidFill>
                <a:latin typeface="+mn-lt"/>
                <a:ea typeface="+mn-ea"/>
                <a:cs typeface="+mn-cs"/>
              </a:defRPr>
            </a:lvl2pPr>
            <a:lvl3pPr algn="l">
              <a:buNone/>
              <a:defRPr sz="22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r>
              <a:t>Click to edit item-0</a:t>
            </a:r>
          </a:p>
        </p:txBody>
      </p:sp>
      <p:sp>
        <p:nvSpPr>
          <p:cNvPr id="8" name="slot:item-1"/>
          <p:cNvSpPr>
            <a:spLocks noGrp="1"/>
          </p:cNvSpPr>
          <p:nvPr>
            <p:ph type="body" idx="2"/>
          </p:nvPr>
        </p:nvSpPr>
        <p:spPr>
          <a:xfrm>
            <a:off x="2266950" y="2962275"/>
            <a:ext cx="9163050" cy="457200"/>
          </a:xfrm>
          <a:prstGeom prst="rect">
            <a:avLst/>
          </a:prstGeom>
          <a:noFill/>
          <a:ln w="0">
            <a:noFill/>
          </a:ln>
        </p:spPr>
        <p:txBody>
          <a:bodyPr wrap="square" lIns="0" rIns="0" tIns="0" bIns="0" anchor="t">
            <a:noAutofit/>
          </a:bodyPr>
          <a:lstStyle>
            <a:defPPr algn="l">
              <a:buNone/>
              <a:defRPr sz="2600" b="0">
                <a:solidFill>
                  <a:srgbClr val="182C3F"/>
                </a:solidFill>
                <a:latin typeface="+mn-lt"/>
                <a:ea typeface="+mn-ea"/>
                <a:cs typeface="+mn-cs"/>
              </a:defRPr>
            </a:defPPr>
            <a:lvl1pPr algn="l">
              <a:buNone/>
              <a:defRPr sz="2600" b="0">
                <a:solidFill>
                  <a:srgbClr val="182C3F"/>
                </a:solidFill>
                <a:latin typeface="+mn-lt"/>
                <a:ea typeface="+mn-ea"/>
                <a:cs typeface="+mn-cs"/>
              </a:defRPr>
            </a:lvl1pPr>
            <a:lvl2pPr algn="l">
              <a:buNone/>
              <a:defRPr sz="2400" b="0">
                <a:solidFill>
                  <a:srgbClr val="182C3F"/>
                </a:solidFill>
                <a:latin typeface="+mn-lt"/>
                <a:ea typeface="+mn-ea"/>
                <a:cs typeface="+mn-cs"/>
              </a:defRPr>
            </a:lvl2pPr>
            <a:lvl3pPr algn="l">
              <a:buNone/>
              <a:defRPr sz="22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r>
              <a:t>Click to edit item-1</a:t>
            </a:r>
          </a:p>
        </p:txBody>
      </p:sp>
      <p:sp>
        <p:nvSpPr>
          <p:cNvPr id="9" name="slot:item-2"/>
          <p:cNvSpPr>
            <a:spLocks noGrp="1"/>
          </p:cNvSpPr>
          <p:nvPr>
            <p:ph type="body" idx="3"/>
          </p:nvPr>
        </p:nvSpPr>
        <p:spPr>
          <a:xfrm>
            <a:off x="2266950" y="3771900"/>
            <a:ext cx="9163050" cy="457200"/>
          </a:xfrm>
          <a:prstGeom prst="rect">
            <a:avLst/>
          </a:prstGeom>
          <a:noFill/>
          <a:ln w="0">
            <a:noFill/>
          </a:ln>
        </p:spPr>
        <p:txBody>
          <a:bodyPr wrap="square" lIns="0" rIns="0" tIns="0" bIns="0" anchor="t">
            <a:noAutofit/>
          </a:bodyPr>
          <a:lstStyle>
            <a:defPPr algn="l">
              <a:buNone/>
              <a:defRPr sz="2600" b="0">
                <a:solidFill>
                  <a:srgbClr val="182C3F"/>
                </a:solidFill>
                <a:latin typeface="+mn-lt"/>
                <a:ea typeface="+mn-ea"/>
                <a:cs typeface="+mn-cs"/>
              </a:defRPr>
            </a:defPPr>
            <a:lvl1pPr algn="l">
              <a:buNone/>
              <a:defRPr sz="2600" b="0">
                <a:solidFill>
                  <a:srgbClr val="182C3F"/>
                </a:solidFill>
                <a:latin typeface="+mn-lt"/>
                <a:ea typeface="+mn-ea"/>
                <a:cs typeface="+mn-cs"/>
              </a:defRPr>
            </a:lvl1pPr>
            <a:lvl2pPr algn="l">
              <a:buNone/>
              <a:defRPr sz="2400" b="0">
                <a:solidFill>
                  <a:srgbClr val="182C3F"/>
                </a:solidFill>
                <a:latin typeface="+mn-lt"/>
                <a:ea typeface="+mn-ea"/>
                <a:cs typeface="+mn-cs"/>
              </a:defRPr>
            </a:lvl2pPr>
            <a:lvl3pPr algn="l">
              <a:buNone/>
              <a:defRPr sz="22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r>
              <a:t>Click to edit item-2</a:t>
            </a:r>
          </a:p>
        </p:txBody>
      </p:sp>
      <p:sp>
        <p:nvSpPr>
          <p:cNvPr id="10" name="slot:item-3"/>
          <p:cNvSpPr>
            <a:spLocks noGrp="1"/>
          </p:cNvSpPr>
          <p:nvPr>
            <p:ph type="body" idx="4"/>
          </p:nvPr>
        </p:nvSpPr>
        <p:spPr>
          <a:xfrm>
            <a:off x="2266950" y="4581525"/>
            <a:ext cx="9163050" cy="457200"/>
          </a:xfrm>
          <a:prstGeom prst="rect">
            <a:avLst/>
          </a:prstGeom>
          <a:noFill/>
          <a:ln w="0">
            <a:noFill/>
          </a:ln>
        </p:spPr>
        <p:txBody>
          <a:bodyPr wrap="square" lIns="0" rIns="0" tIns="0" bIns="0" anchor="t">
            <a:noAutofit/>
          </a:bodyPr>
          <a:lstStyle>
            <a:defPPr algn="l">
              <a:buNone/>
              <a:defRPr sz="2600" b="0">
                <a:solidFill>
                  <a:srgbClr val="182C3F"/>
                </a:solidFill>
                <a:latin typeface="+mn-lt"/>
                <a:ea typeface="+mn-ea"/>
                <a:cs typeface="+mn-cs"/>
              </a:defRPr>
            </a:defPPr>
            <a:lvl1pPr algn="l">
              <a:buNone/>
              <a:defRPr sz="2600" b="0">
                <a:solidFill>
                  <a:srgbClr val="182C3F"/>
                </a:solidFill>
                <a:latin typeface="+mn-lt"/>
                <a:ea typeface="+mn-ea"/>
                <a:cs typeface="+mn-cs"/>
              </a:defRPr>
            </a:lvl1pPr>
            <a:lvl2pPr algn="l">
              <a:buNone/>
              <a:defRPr sz="2400" b="0">
                <a:solidFill>
                  <a:srgbClr val="182C3F"/>
                </a:solidFill>
                <a:latin typeface="+mn-lt"/>
                <a:ea typeface="+mn-ea"/>
                <a:cs typeface="+mn-cs"/>
              </a:defRPr>
            </a:lvl2pPr>
            <a:lvl3pPr algn="l">
              <a:buNone/>
              <a:defRPr sz="22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r>
              <a:t>Click to edit item-3</a:t>
            </a:r>
          </a:p>
        </p:txBody>
      </p:sp>
      <p:sp>
        <p:nvSpPr>
          <p:cNvPr id="11" name="footer-affiliation"/>
          <p:cNvSpPr>
            <a:spLocks xmlns:a="http://schemas.openxmlformats.org/drawingml/2006/main" noGrp="1"/>
          </p:cNvSpPr>
          <p:nvPr>
            <p:ph type="ftr" idx="90"/>
          </p:nvPr>
        </p:nvSpPr>
        <p:spPr>
          <a:xfrm xmlns:a="http://schemas.openxmlformats.org/drawingml/2006/main">
            <a:off x="762000" y="63055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xmlns:a="http://schemas.openxmlformats.org/drawingml/2006/main">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12" name="footer-page"/>
          <p:cNvSpPr>
            <a:spLocks xmlns:a="http://schemas.openxmlformats.org/drawingml/2006/main" noGrp="1"/>
          </p:cNvSpPr>
          <p:nvPr>
            <p:ph type="sldNum" idx="91"/>
          </p:nvPr>
        </p:nvSpPr>
        <p:spPr>
          <a:xfrm xmlns:a="http://schemas.openxmlformats.org/drawingml/2006/main">
            <a:off x="10839450" y="6305550"/>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xmlns:a="http://schemas.openxmlformats.org/drawingml/2006/main">
            <a:pPr algn="r">
              <a:defRPr sz="1100" b="0">
                <a:solidFill>
                  <a:srgbClr val="52677A"/>
                </a:solidFill>
                <a:latin typeface="Arial"/>
                <a:ea typeface="Arial"/>
                <a:cs typeface="Arial"/>
              </a:defRPr>
            </a:pPr>
            <a:fld id="{149CEA91-3AB2-4138-8E50-0C84E23F5CE6}" type="slidenum">
              <a:rPr sz="1100" b="0">
                <a:solidFill>
                  <a:srgbClr val="52677A"/>
                </a:solidFill>
                <a:latin typeface="Arial"/>
                <a:ea typeface="Arial"/>
                <a:cs typeface="Arial"/>
              </a:rPr>
              <a:t>1</a:t>
            </a:fld>
          </a:p>
        </p:txBody>
      </p:sp>
    </p:spTree>
  </p:cSld>
  <p:clrMapOvr>
    <a:masterClrMapping/>
  </p:clrMapOvr>
  <p:hf hdr="0" ftr="1" dt="0" sldNum="1"/>
</p:sldLayout>
</file>

<file path=ppt/slideLayouts/slideLayoutAcademic5.xml><?xml version="1.0" encoding="utf-8"?>
<p:sldLayout xmlns:p="http://schemas.openxmlformats.org/presentationml/2006/main" xmlns:a="http://schemas.openxmlformats.org/drawingml/2006/main" xmlns:r="http://schemas.openxmlformats.org/officeDocument/2006/relationships" type="cust" preserve="1">
  <p:cSld name="05 Key points">
    <p:bg>
      <p:bgPr>
        <a:solidFill>
          <a:srgbClr val="FFFFFF"/>
        </a:solidFill>
      </p:bgPr>
    </p:bg>
    <p:spTree>
      <p:nvGrpSpPr>
        <p:cNvPr id="1" name=""/>
        <p:cNvGrpSpPr/>
        <p:nvPr/>
      </p:nvGrpSpPr>
      <p:grpSpPr>
        <a:xfrm/>
      </p:grpSpPr>
      <p:sp>
        <p:nvSpPr>
          <p:cNvPr id="2" name="slot:title"/>
          <p:cNvSpPr>
            <a:spLocks noGrp="1"/>
          </p:cNvSpPr>
          <p:nvPr>
            <p:ph type="title" idx="0"/>
          </p:nvPr>
        </p:nvSpPr>
        <p:spPr>
          <a:xfrm>
            <a:off x="762000" y="571500"/>
            <a:ext cx="10668000" cy="1219200"/>
          </a:xfrm>
          <a:prstGeom prst="rect">
            <a:avLst/>
          </a:prstGeom>
          <a:noFill/>
          <a:ln w="0">
            <a:noFill/>
          </a:ln>
        </p:spPr>
        <p:txBody>
          <a:bodyPr wrap="square" lIns="0" rIns="0" t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r>
              <a:t>Click to edit title</a:t>
            </a:r>
          </a:p>
        </p:txBody>
      </p:sp>
      <p:sp>
        <p:nvSpPr>
          <p:cNvPr id="3" name="slot:body"/>
          <p:cNvSpPr>
            <a:spLocks noGrp="1"/>
          </p:cNvSpPr>
          <p:nvPr>
            <p:ph type="body" idx="1"/>
          </p:nvPr>
        </p:nvSpPr>
        <p:spPr>
          <a:xfrm>
            <a:off x="762000" y="2209800"/>
            <a:ext cx="10668000" cy="3105150"/>
          </a:xfrm>
          <a:prstGeom prst="rect">
            <a:avLst/>
          </a:prstGeom>
          <a:noFill/>
          <a:ln w="0">
            <a:noFill/>
          </a:ln>
        </p:spPr>
        <p:txBody>
          <a:bodyPr wrap="square" lIns="0" rIns="0" tIns="0" bIns="0" anchor="t">
            <a:noAutofit/>
          </a:bodyPr>
          <a:lstStyle>
            <a:defPPr algn="l">
              <a:buNone/>
              <a:defRPr sz="2400" b="0">
                <a:solidFill>
                  <a:srgbClr val="182C3F"/>
                </a:solidFill>
                <a:latin typeface="+mn-lt"/>
                <a:ea typeface="+mn-ea"/>
                <a:cs typeface="+mn-cs"/>
              </a:defRPr>
            </a:defPPr>
            <a:lvl1pPr algn="l">
              <a:buNone/>
              <a:defRPr sz="2400" b="0">
                <a:solidFill>
                  <a:srgbClr val="182C3F"/>
                </a:solidFill>
                <a:latin typeface="+mn-lt"/>
                <a:ea typeface="+mn-ea"/>
                <a:cs typeface="+mn-cs"/>
              </a:defRPr>
            </a:lvl1pPr>
            <a:lvl2pPr algn="l">
              <a:buNone/>
              <a:defRPr sz="22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r>
              <a:t>Click to edit body</a:t>
            </a:r>
          </a:p>
        </p:txBody>
      </p:sp>
      <p:sp>
        <p:nvSpPr>
          <p:cNvPr id="4" name="footer-affiliation"/>
          <p:cNvSpPr>
            <a:spLocks xmlns:a="http://schemas.openxmlformats.org/drawingml/2006/main" noGrp="1"/>
          </p:cNvSpPr>
          <p:nvPr>
            <p:ph type="ftr" idx="90"/>
          </p:nvPr>
        </p:nvSpPr>
        <p:spPr>
          <a:xfrm xmlns:a="http://schemas.openxmlformats.org/drawingml/2006/main">
            <a:off x="762000" y="63055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xmlns:a="http://schemas.openxmlformats.org/drawingml/2006/main">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5" name="footer-page"/>
          <p:cNvSpPr>
            <a:spLocks xmlns:a="http://schemas.openxmlformats.org/drawingml/2006/main" noGrp="1"/>
          </p:cNvSpPr>
          <p:nvPr>
            <p:ph type="sldNum" idx="91"/>
          </p:nvPr>
        </p:nvSpPr>
        <p:spPr>
          <a:xfrm xmlns:a="http://schemas.openxmlformats.org/drawingml/2006/main">
            <a:off x="10839450" y="6305550"/>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xmlns:a="http://schemas.openxmlformats.org/drawingml/2006/main">
            <a:pPr algn="r">
              <a:defRPr sz="1100" b="0">
                <a:solidFill>
                  <a:srgbClr val="52677A"/>
                </a:solidFill>
                <a:latin typeface="Arial"/>
                <a:ea typeface="Arial"/>
                <a:cs typeface="Arial"/>
              </a:defRPr>
            </a:pPr>
            <a:fld id="{019BE108-CE92-45CA-A286-C2585C57B83D}" type="slidenum">
              <a:rPr sz="1100" b="0">
                <a:solidFill>
                  <a:srgbClr val="52677A"/>
                </a:solidFill>
                <a:latin typeface="Arial"/>
                <a:ea typeface="Arial"/>
                <a:cs typeface="Arial"/>
              </a:rPr>
              <a:t>1</a:t>
            </a:fld>
          </a:p>
        </p:txBody>
      </p:sp>
    </p:spTree>
  </p:cSld>
  <p:clrMapOvr>
    <a:masterClrMapping/>
  </p:clrMapOvr>
  <p:hf hdr="0" ftr="1" dt="0" sldNum="1"/>
</p:sldLayout>
</file>

<file path=ppt/slideLayouts/slideLayoutAcademic6.xml><?xml version="1.0" encoding="utf-8"?>
<p:sldLayout xmlns:p="http://schemas.openxmlformats.org/presentationml/2006/main" xmlns:a="http://schemas.openxmlformats.org/drawingml/2006/main" xmlns:r="http://schemas.openxmlformats.org/officeDocument/2006/relationships" type="cust" preserve="1">
  <p:cSld name="06 Text and figure">
    <p:bg>
      <p:bgPr>
        <a:solidFill>
          <a:srgbClr val="FFFFFF"/>
        </a:solidFill>
      </p:bgPr>
    </p:bg>
    <p:spTree>
      <p:nvGrpSpPr>
        <p:cNvPr id="1" name=""/>
        <p:cNvGrpSpPr/>
        <p:nvPr/>
      </p:nvGrpSpPr>
      <p:grpSpPr>
        <a:xfrm/>
      </p:grpSpPr>
      <p:sp>
        <p:nvSpPr>
          <p:cNvPr id="2" name="slot:title"/>
          <p:cNvSpPr>
            <a:spLocks noGrp="1"/>
          </p:cNvSpPr>
          <p:nvPr>
            <p:ph type="title" idx="0"/>
          </p:nvPr>
        </p:nvSpPr>
        <p:spPr>
          <a:xfrm>
            <a:off x="762000" y="571500"/>
            <a:ext cx="10668000" cy="1219200"/>
          </a:xfrm>
          <a:prstGeom prst="rect">
            <a:avLst/>
          </a:prstGeom>
          <a:noFill/>
          <a:ln w="0">
            <a:noFill/>
          </a:ln>
        </p:spPr>
        <p:txBody>
          <a:bodyPr wrap="square" lIns="0" rIns="0" t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r>
              <a:t>Click to edit title</a:t>
            </a:r>
          </a:p>
        </p:txBody>
      </p:sp>
      <p:sp>
        <p:nvSpPr>
          <p:cNvPr id="3" name="slot:body"/>
          <p:cNvSpPr>
            <a:spLocks noGrp="1"/>
          </p:cNvSpPr>
          <p:nvPr>
            <p:ph type="body" idx="1"/>
          </p:nvPr>
        </p:nvSpPr>
        <p:spPr>
          <a:xfrm>
            <a:off x="762000" y="2438400"/>
            <a:ext cx="3810000" cy="2628900"/>
          </a:xfrm>
          <a:prstGeom prst="rect">
            <a:avLst/>
          </a:prstGeom>
          <a:noFill/>
          <a:ln w="0">
            <a:noFill/>
          </a:ln>
        </p:spPr>
        <p:txBody>
          <a:bodyPr wrap="square" lIns="0" rIns="0" tIns="0" bIns="0" anchor="t">
            <a:noAutofit/>
          </a:bodyPr>
          <a:lstStyle>
            <a:defPPr algn="l">
              <a:buNone/>
              <a:defRPr sz="2400" b="0">
                <a:solidFill>
                  <a:srgbClr val="182C3F"/>
                </a:solidFill>
                <a:latin typeface="+mn-lt"/>
                <a:ea typeface="+mn-ea"/>
                <a:cs typeface="+mn-cs"/>
              </a:defRPr>
            </a:defPPr>
            <a:lvl1pPr algn="l">
              <a:buNone/>
              <a:defRPr sz="2400" b="0">
                <a:solidFill>
                  <a:srgbClr val="182C3F"/>
                </a:solidFill>
                <a:latin typeface="+mn-lt"/>
                <a:ea typeface="+mn-ea"/>
                <a:cs typeface="+mn-cs"/>
              </a:defRPr>
            </a:lvl1pPr>
            <a:lvl2pPr algn="l">
              <a:buNone/>
              <a:defRPr sz="22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r>
              <a:t>Click to edit body</a:t>
            </a:r>
          </a:p>
        </p:txBody>
      </p:sp>
      <p:sp>
        <p:nvSpPr>
          <p:cNvPr id="4" name="slot:figure"/>
          <p:cNvSpPr>
            <a:spLocks noGrp="1"/>
          </p:cNvSpPr>
          <p:nvPr>
            <p:ph type="pic" idx="2"/>
          </p:nvPr>
        </p:nvSpPr>
        <p:spPr>
          <a:xfrm>
            <a:off x="5029200" y="2095500"/>
            <a:ext cx="6400800" cy="3238500"/>
          </a:xfrm>
          <a:prstGeom prst="rect">
            <a:avLst/>
          </a:prstGeom>
          <a:solidFill>
            <a:srgbClr val="EAF1F8"/>
          </a:solidFill>
          <a:ln w="0">
            <a:noFill/>
          </a:ln>
        </p:spPr>
        <p:txBody>
          <a:bodyPr wrap="square" lIns="0" rIns="0" tIns="0" bIns="0" anchor="t">
            <a:noAutofit/>
          </a:bodyPr>
          <a:lstStyle>
            <a:defPPr algn="ctr">
              <a:buNone/>
              <a:defRPr sz="2000" b="0">
                <a:solidFill>
                  <a:srgbClr val="52677A"/>
                </a:solidFill>
                <a:latin typeface="+mn-lt"/>
                <a:ea typeface="+mn-ea"/>
                <a:cs typeface="+mn-cs"/>
              </a:defRPr>
            </a:defPPr>
            <a:lvl1pPr algn="ctr">
              <a:buNone/>
              <a:defRPr sz="2000" b="0">
                <a:solidFill>
                  <a:srgbClr val="52677A"/>
                </a:solidFill>
                <a:latin typeface="+mn-lt"/>
                <a:ea typeface="+mn-ea"/>
                <a:cs typeface="+mn-cs"/>
              </a:defRPr>
            </a:lvl1pPr>
            <a:lvl2pPr algn="ctr">
              <a:buNone/>
              <a:defRPr sz="2000" b="0">
                <a:solidFill>
                  <a:srgbClr val="52677A"/>
                </a:solidFill>
                <a:latin typeface="+mn-lt"/>
                <a:ea typeface="+mn-ea"/>
                <a:cs typeface="+mn-cs"/>
              </a:defRPr>
            </a:lvl2pPr>
            <a:lvl3pPr algn="ctr">
              <a:buNone/>
              <a:defRPr sz="2000" b="0">
                <a:solidFill>
                  <a:srgbClr val="52677A"/>
                </a:solidFill>
                <a:latin typeface="+mn-lt"/>
                <a:ea typeface="+mn-ea"/>
                <a:cs typeface="+mn-cs"/>
              </a:defRPr>
            </a:lvl3pPr>
            <a:lvl4pPr algn="ctr">
              <a:buNone/>
              <a:defRPr sz="2000" b="0">
                <a:solidFill>
                  <a:srgbClr val="52677A"/>
                </a:solidFill>
                <a:latin typeface="+mn-lt"/>
                <a:ea typeface="+mn-ea"/>
                <a:cs typeface="+mn-cs"/>
              </a:defRPr>
            </a:lvl4pPr>
            <a:lvl5pPr algn="ctr">
              <a:buNone/>
              <a:defRPr sz="2000" b="0">
                <a:solidFill>
                  <a:srgbClr val="52677A"/>
                </a:solidFill>
                <a:latin typeface="+mn-lt"/>
                <a:ea typeface="+mn-ea"/>
                <a:cs typeface="+mn-cs"/>
              </a:defRPr>
            </a:lvl5pPr>
            <a:lvl6pPr algn="ctr">
              <a:buNone/>
              <a:defRPr sz="2000" b="0">
                <a:solidFill>
                  <a:srgbClr val="52677A"/>
                </a:solidFill>
                <a:latin typeface="+mn-lt"/>
                <a:ea typeface="+mn-ea"/>
                <a:cs typeface="+mn-cs"/>
              </a:defRPr>
            </a:lvl6pPr>
            <a:lvl7pPr algn="ctr">
              <a:buNone/>
              <a:defRPr sz="2000" b="0">
                <a:solidFill>
                  <a:srgbClr val="52677A"/>
                </a:solidFill>
                <a:latin typeface="+mn-lt"/>
                <a:ea typeface="+mn-ea"/>
                <a:cs typeface="+mn-cs"/>
              </a:defRPr>
            </a:lvl7pPr>
            <a:lvl8pPr algn="ctr">
              <a:buNone/>
              <a:defRPr sz="2000" b="0">
                <a:solidFill>
                  <a:srgbClr val="52677A"/>
                </a:solidFill>
                <a:latin typeface="+mn-lt"/>
                <a:ea typeface="+mn-ea"/>
                <a:cs typeface="+mn-cs"/>
              </a:defRPr>
            </a:lvl8pPr>
            <a:lvl9pPr algn="ctr">
              <a:buNone/>
              <a:defRPr sz="2000" b="0">
                <a:solidFill>
                  <a:srgbClr val="52677A"/>
                </a:solidFill>
                <a:latin typeface="+mn-lt"/>
                <a:ea typeface="+mn-ea"/>
                <a:cs typeface="+mn-cs"/>
              </a:defRPr>
            </a:lvl9pPr>
          </a:lstStyle>
          <a:p>
            <a:pPr lvl="0"/>
            <a:r>
              <a:t>Click to edit figure</a:t>
            </a:r>
          </a:p>
        </p:txBody>
      </p:sp>
      <p:sp>
        <p:nvSpPr>
          <p:cNvPr id="5" name="slot:caption"/>
          <p:cNvSpPr>
            <a:spLocks noGrp="1"/>
          </p:cNvSpPr>
          <p:nvPr>
            <p:ph type="body" idx="3"/>
          </p:nvPr>
        </p:nvSpPr>
        <p:spPr>
          <a:xfrm>
            <a:off x="5029200" y="5524500"/>
            <a:ext cx="6400800" cy="342900"/>
          </a:xfrm>
          <a:prstGeom prst="rect">
            <a:avLst/>
          </a:prstGeom>
          <a:noFill/>
          <a:ln w="0">
            <a:noFill/>
          </a:ln>
        </p:spPr>
        <p:txBody>
          <a:bodyPr wrap="square" lIns="0" rIns="0" tIns="0" bIns="0" anchor="t">
            <a:noAutofit/>
          </a:bodyPr>
          <a:lstStyle>
            <a:defPPr algn="l">
              <a:buNone/>
              <a:defRPr sz="1800" b="0">
                <a:solidFill>
                  <a:srgbClr val="52677A"/>
                </a:solidFill>
                <a:latin typeface="+mn-lt"/>
                <a:ea typeface="+mn-ea"/>
                <a:cs typeface="+mn-cs"/>
              </a:defRPr>
            </a:defPPr>
            <a:lvl1pPr algn="l">
              <a:buNone/>
              <a:defRPr sz="2000" b="0">
                <a:solidFill>
                  <a:srgbClr val="52677A"/>
                </a:solidFill>
                <a:latin typeface="+mn-lt"/>
                <a:ea typeface="+mn-ea"/>
                <a:cs typeface="+mn-cs"/>
              </a:defRPr>
            </a:lvl1pPr>
            <a:lvl2pPr algn="l">
              <a:buNone/>
              <a:defRPr sz="20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r>
              <a:t>Click to edit caption</a:t>
            </a:r>
          </a:p>
        </p:txBody>
      </p:sp>
      <p:sp>
        <p:nvSpPr>
          <p:cNvPr id="6" name="footer-affiliation"/>
          <p:cNvSpPr>
            <a:spLocks xmlns:a="http://schemas.openxmlformats.org/drawingml/2006/main" noGrp="1"/>
          </p:cNvSpPr>
          <p:nvPr>
            <p:ph type="ftr" idx="90"/>
          </p:nvPr>
        </p:nvSpPr>
        <p:spPr>
          <a:xfrm xmlns:a="http://schemas.openxmlformats.org/drawingml/2006/main">
            <a:off x="762000" y="63055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xmlns:a="http://schemas.openxmlformats.org/drawingml/2006/main">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7" name="footer-page"/>
          <p:cNvSpPr>
            <a:spLocks xmlns:a="http://schemas.openxmlformats.org/drawingml/2006/main" noGrp="1"/>
          </p:cNvSpPr>
          <p:nvPr>
            <p:ph type="sldNum" idx="91"/>
          </p:nvPr>
        </p:nvSpPr>
        <p:spPr>
          <a:xfrm xmlns:a="http://schemas.openxmlformats.org/drawingml/2006/main">
            <a:off x="10839450" y="6305550"/>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xmlns:a="http://schemas.openxmlformats.org/drawingml/2006/main">
            <a:pPr algn="r">
              <a:defRPr sz="1100" b="0">
                <a:solidFill>
                  <a:srgbClr val="52677A"/>
                </a:solidFill>
                <a:latin typeface="Arial"/>
                <a:ea typeface="Arial"/>
                <a:cs typeface="Arial"/>
              </a:defRPr>
            </a:pPr>
            <a:fld id="{24FD98D9-2FA1-40F9-AF3C-877D8DADBAC6}" type="slidenum">
              <a:rPr sz="1100" b="0">
                <a:solidFill>
                  <a:srgbClr val="52677A"/>
                </a:solidFill>
                <a:latin typeface="Arial"/>
                <a:ea typeface="Arial"/>
                <a:cs typeface="Arial"/>
              </a:rPr>
              <a:t>1</a:t>
            </a:fld>
          </a:p>
        </p:txBody>
      </p:sp>
    </p:spTree>
  </p:cSld>
  <p:clrMapOvr>
    <a:masterClrMapping/>
  </p:clrMapOvr>
  <p:hf hdr="0" ftr="1" dt="0" sldNum="1"/>
</p:sldLayout>
</file>

<file path=ppt/slideLayouts/slideLayoutAcademic7.xml><?xml version="1.0" encoding="utf-8"?>
<p:sldLayout xmlns:p="http://schemas.openxmlformats.org/presentationml/2006/main" xmlns:a="http://schemas.openxmlformats.org/drawingml/2006/main" xmlns:r="http://schemas.openxmlformats.org/officeDocument/2006/relationships" type="cust" preserve="1">
  <p:cSld name="07 Full figure">
    <p:bg>
      <p:bgPr>
        <a:solidFill>
          <a:srgbClr val="FFFFFF"/>
        </a:solidFill>
      </p:bgPr>
    </p:bg>
    <p:spTree>
      <p:nvGrpSpPr>
        <p:cNvPr id="1" name=""/>
        <p:cNvGrpSpPr/>
        <p:nvPr/>
      </p:nvGrpSpPr>
      <p:grpSpPr>
        <a:xfrm/>
      </p:grpSpPr>
      <p:sp>
        <p:nvSpPr>
          <p:cNvPr id="2" name="slot:title"/>
          <p:cNvSpPr>
            <a:spLocks noGrp="1"/>
          </p:cNvSpPr>
          <p:nvPr>
            <p:ph type="title" idx="0"/>
          </p:nvPr>
        </p:nvSpPr>
        <p:spPr>
          <a:xfrm>
            <a:off x="762000" y="571500"/>
            <a:ext cx="10668000" cy="1219200"/>
          </a:xfrm>
          <a:prstGeom prst="rect">
            <a:avLst/>
          </a:prstGeom>
          <a:noFill/>
          <a:ln w="0">
            <a:noFill/>
          </a:ln>
        </p:spPr>
        <p:txBody>
          <a:bodyPr wrap="square" lIns="0" rIns="0" t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r>
              <a:t>Click to edit title</a:t>
            </a:r>
          </a:p>
        </p:txBody>
      </p:sp>
      <p:sp>
        <p:nvSpPr>
          <p:cNvPr id="3" name="slot:figure"/>
          <p:cNvSpPr>
            <a:spLocks noGrp="1"/>
          </p:cNvSpPr>
          <p:nvPr>
            <p:ph type="pic" idx="1"/>
          </p:nvPr>
        </p:nvSpPr>
        <p:spPr>
          <a:xfrm>
            <a:off x="762000" y="2095500"/>
            <a:ext cx="10668000" cy="3238500"/>
          </a:xfrm>
          <a:prstGeom prst="rect">
            <a:avLst/>
          </a:prstGeom>
          <a:solidFill>
            <a:srgbClr val="EAF1F8"/>
          </a:solidFill>
          <a:ln w="0">
            <a:noFill/>
          </a:ln>
        </p:spPr>
        <p:txBody>
          <a:bodyPr wrap="square" lIns="0" rIns="0" tIns="0" bIns="0" anchor="t">
            <a:noAutofit/>
          </a:bodyPr>
          <a:lstStyle>
            <a:defPPr algn="ctr">
              <a:buNone/>
              <a:defRPr sz="2200" b="0">
                <a:solidFill>
                  <a:srgbClr val="52677A"/>
                </a:solidFill>
                <a:latin typeface="+mn-lt"/>
                <a:ea typeface="+mn-ea"/>
                <a:cs typeface="+mn-cs"/>
              </a:defRPr>
            </a:defPPr>
            <a:lvl1pPr algn="ctr">
              <a:buNone/>
              <a:defRPr sz="2200" b="0">
                <a:solidFill>
                  <a:srgbClr val="52677A"/>
                </a:solidFill>
                <a:latin typeface="+mn-lt"/>
                <a:ea typeface="+mn-ea"/>
                <a:cs typeface="+mn-cs"/>
              </a:defRPr>
            </a:lvl1pPr>
            <a:lvl2pPr algn="ctr">
              <a:buNone/>
              <a:defRPr sz="2200" b="0">
                <a:solidFill>
                  <a:srgbClr val="52677A"/>
                </a:solidFill>
                <a:latin typeface="+mn-lt"/>
                <a:ea typeface="+mn-ea"/>
                <a:cs typeface="+mn-cs"/>
              </a:defRPr>
            </a:lvl2pPr>
            <a:lvl3pPr algn="ctr">
              <a:buNone/>
              <a:defRPr sz="2200" b="0">
                <a:solidFill>
                  <a:srgbClr val="52677A"/>
                </a:solidFill>
                <a:latin typeface="+mn-lt"/>
                <a:ea typeface="+mn-ea"/>
                <a:cs typeface="+mn-cs"/>
              </a:defRPr>
            </a:lvl3pPr>
            <a:lvl4pPr algn="ctr">
              <a:buNone/>
              <a:defRPr sz="2200" b="0">
                <a:solidFill>
                  <a:srgbClr val="52677A"/>
                </a:solidFill>
                <a:latin typeface="+mn-lt"/>
                <a:ea typeface="+mn-ea"/>
                <a:cs typeface="+mn-cs"/>
              </a:defRPr>
            </a:lvl4pPr>
            <a:lvl5pPr algn="ctr">
              <a:buNone/>
              <a:defRPr sz="2200" b="0">
                <a:solidFill>
                  <a:srgbClr val="52677A"/>
                </a:solidFill>
                <a:latin typeface="+mn-lt"/>
                <a:ea typeface="+mn-ea"/>
                <a:cs typeface="+mn-cs"/>
              </a:defRPr>
            </a:lvl5pPr>
            <a:lvl6pPr algn="ctr">
              <a:buNone/>
              <a:defRPr sz="2200" b="0">
                <a:solidFill>
                  <a:srgbClr val="52677A"/>
                </a:solidFill>
                <a:latin typeface="+mn-lt"/>
                <a:ea typeface="+mn-ea"/>
                <a:cs typeface="+mn-cs"/>
              </a:defRPr>
            </a:lvl6pPr>
            <a:lvl7pPr algn="ctr">
              <a:buNone/>
              <a:defRPr sz="2200" b="0">
                <a:solidFill>
                  <a:srgbClr val="52677A"/>
                </a:solidFill>
                <a:latin typeface="+mn-lt"/>
                <a:ea typeface="+mn-ea"/>
                <a:cs typeface="+mn-cs"/>
              </a:defRPr>
            </a:lvl7pPr>
            <a:lvl8pPr algn="ctr">
              <a:buNone/>
              <a:defRPr sz="2200" b="0">
                <a:solidFill>
                  <a:srgbClr val="52677A"/>
                </a:solidFill>
                <a:latin typeface="+mn-lt"/>
                <a:ea typeface="+mn-ea"/>
                <a:cs typeface="+mn-cs"/>
              </a:defRPr>
            </a:lvl8pPr>
            <a:lvl9pPr algn="ctr">
              <a:buNone/>
              <a:defRPr sz="2200" b="0">
                <a:solidFill>
                  <a:srgbClr val="52677A"/>
                </a:solidFill>
                <a:latin typeface="+mn-lt"/>
                <a:ea typeface="+mn-ea"/>
                <a:cs typeface="+mn-cs"/>
              </a:defRPr>
            </a:lvl9pPr>
          </a:lstStyle>
          <a:p>
            <a:pPr lvl="0"/>
            <a:r>
              <a:t>Click to edit figure</a:t>
            </a:r>
          </a:p>
        </p:txBody>
      </p:sp>
      <p:sp>
        <p:nvSpPr>
          <p:cNvPr id="4" name="slot:caption"/>
          <p:cNvSpPr>
            <a:spLocks noGrp="1"/>
          </p:cNvSpPr>
          <p:nvPr>
            <p:ph type="body" idx="2"/>
          </p:nvPr>
        </p:nvSpPr>
        <p:spPr>
          <a:xfrm>
            <a:off x="762000" y="5524500"/>
            <a:ext cx="10668000" cy="361950"/>
          </a:xfrm>
          <a:prstGeom prst="rect">
            <a:avLst/>
          </a:prstGeom>
          <a:noFill/>
          <a:ln w="0">
            <a:noFill/>
          </a:ln>
        </p:spPr>
        <p:txBody>
          <a:bodyPr wrap="square" lIns="0" rIns="0" tIns="0" bIns="0" anchor="t">
            <a:noAutofit/>
          </a:bodyPr>
          <a:lstStyle>
            <a:defPPr algn="l">
              <a:buNone/>
              <a:defRPr sz="1800" b="0">
                <a:solidFill>
                  <a:srgbClr val="52677A"/>
                </a:solidFill>
                <a:latin typeface="+mn-lt"/>
                <a:ea typeface="+mn-ea"/>
                <a:cs typeface="+mn-cs"/>
              </a:defRPr>
            </a:defPPr>
            <a:lvl1pPr algn="l">
              <a:buNone/>
              <a:defRPr sz="2000" b="0">
                <a:solidFill>
                  <a:srgbClr val="52677A"/>
                </a:solidFill>
                <a:latin typeface="+mn-lt"/>
                <a:ea typeface="+mn-ea"/>
                <a:cs typeface="+mn-cs"/>
              </a:defRPr>
            </a:lvl1pPr>
            <a:lvl2pPr algn="l">
              <a:buNone/>
              <a:defRPr sz="20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r>
              <a:t>Click to edit caption</a:t>
            </a:r>
          </a:p>
        </p:txBody>
      </p:sp>
      <p:sp>
        <p:nvSpPr>
          <p:cNvPr id="5" name="footer-affiliation"/>
          <p:cNvSpPr>
            <a:spLocks xmlns:a="http://schemas.openxmlformats.org/drawingml/2006/main" noGrp="1"/>
          </p:cNvSpPr>
          <p:nvPr>
            <p:ph type="ftr" idx="90"/>
          </p:nvPr>
        </p:nvSpPr>
        <p:spPr>
          <a:xfrm xmlns:a="http://schemas.openxmlformats.org/drawingml/2006/main">
            <a:off x="762000" y="63055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xmlns:a="http://schemas.openxmlformats.org/drawingml/2006/main">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6" name="footer-page"/>
          <p:cNvSpPr>
            <a:spLocks xmlns:a="http://schemas.openxmlformats.org/drawingml/2006/main" noGrp="1"/>
          </p:cNvSpPr>
          <p:nvPr>
            <p:ph type="sldNum" idx="91"/>
          </p:nvPr>
        </p:nvSpPr>
        <p:spPr>
          <a:xfrm xmlns:a="http://schemas.openxmlformats.org/drawingml/2006/main">
            <a:off x="10839450" y="6305550"/>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xmlns:a="http://schemas.openxmlformats.org/drawingml/2006/main">
            <a:pPr algn="r">
              <a:defRPr sz="1100" b="0">
                <a:solidFill>
                  <a:srgbClr val="52677A"/>
                </a:solidFill>
                <a:latin typeface="Arial"/>
                <a:ea typeface="Arial"/>
                <a:cs typeface="Arial"/>
              </a:defRPr>
            </a:pPr>
            <a:fld id="{14B72387-9206-4DBE-BA57-B8D12B7894DE}" type="slidenum">
              <a:rPr sz="1100" b="0">
                <a:solidFill>
                  <a:srgbClr val="52677A"/>
                </a:solidFill>
                <a:latin typeface="Arial"/>
                <a:ea typeface="Arial"/>
                <a:cs typeface="Arial"/>
              </a:rPr>
              <a:t>1</a:t>
            </a:fld>
          </a:p>
        </p:txBody>
      </p:sp>
    </p:spTree>
  </p:cSld>
  <p:clrMapOvr>
    <a:masterClrMapping/>
  </p:clrMapOvr>
  <p:hf hdr="0" ftr="1" dt="0" sldNum="1"/>
</p:sldLayout>
</file>

<file path=ppt/slideLayouts/slideLayoutAcademic8.xml><?xml version="1.0" encoding="utf-8"?>
<p:sldLayout xmlns:p="http://schemas.openxmlformats.org/presentationml/2006/main" xmlns:a="http://schemas.openxmlformats.org/drawingml/2006/main" xmlns:r="http://schemas.openxmlformats.org/officeDocument/2006/relationships" type="cust" preserve="1">
  <p:cSld name="08 Figure comparison">
    <p:bg>
      <p:bgPr>
        <a:solidFill>
          <a:srgbClr val="FFFFFF"/>
        </a:solidFill>
      </p:bgPr>
    </p:bg>
    <p:spTree>
      <p:nvGrpSpPr>
        <p:cNvPr id="1" name=""/>
        <p:cNvGrpSpPr/>
        <p:nvPr/>
      </p:nvGrpSpPr>
      <p:grpSpPr>
        <a:xfrm/>
      </p:grpSpPr>
      <p:sp>
        <p:nvSpPr>
          <p:cNvPr id="2" name="slot:title"/>
          <p:cNvSpPr>
            <a:spLocks noGrp="1"/>
          </p:cNvSpPr>
          <p:nvPr>
            <p:ph type="title" idx="0"/>
          </p:nvPr>
        </p:nvSpPr>
        <p:spPr>
          <a:xfrm>
            <a:off x="762000" y="571500"/>
            <a:ext cx="10668000" cy="1219200"/>
          </a:xfrm>
          <a:prstGeom prst="rect">
            <a:avLst/>
          </a:prstGeom>
          <a:noFill/>
          <a:ln w="0">
            <a:noFill/>
          </a:ln>
        </p:spPr>
        <p:txBody>
          <a:bodyPr wrap="square" lIns="0" rIns="0" t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r>
              <a:t>Click to edit title</a:t>
            </a:r>
          </a:p>
        </p:txBody>
      </p:sp>
      <p:sp>
        <p:nvSpPr>
          <p:cNvPr id="3" name="slot:label-0"/>
          <p:cNvSpPr>
            <a:spLocks noGrp="1"/>
          </p:cNvSpPr>
          <p:nvPr>
            <p:ph type="body" idx="1"/>
          </p:nvPr>
        </p:nvSpPr>
        <p:spPr>
          <a:xfrm>
            <a:off x="762000" y="2019300"/>
            <a:ext cx="5105400" cy="419100"/>
          </a:xfrm>
          <a:prstGeom prst="rect">
            <a:avLst/>
          </a:prstGeom>
          <a:noFill/>
          <a:ln w="0">
            <a:noFill/>
          </a:ln>
        </p:spPr>
        <p:txBody>
          <a:bodyPr wrap="square" lIns="0" rIns="0" tIns="0" bIns="0" anchor="t">
            <a:noAutofit/>
          </a:bodyPr>
          <a:lstStyle>
            <a:defPPr algn="l">
              <a:buNone/>
              <a:defRPr sz="2400" b="1">
                <a:solidFill>
                  <a:srgbClr val="182C3F"/>
                </a:solidFill>
                <a:latin typeface="+mn-lt"/>
                <a:ea typeface="+mn-ea"/>
                <a:cs typeface="+mn-cs"/>
              </a:defRPr>
            </a:defPPr>
            <a:lvl1pPr algn="l">
              <a:buNone/>
              <a:defRPr sz="2400" b="1">
                <a:solidFill>
                  <a:srgbClr val="182C3F"/>
                </a:solidFill>
                <a:latin typeface="+mn-lt"/>
                <a:ea typeface="+mn-ea"/>
                <a:cs typeface="+mn-cs"/>
              </a:defRPr>
            </a:lvl1pPr>
            <a:lvl2pPr algn="l">
              <a:buNone/>
              <a:defRPr sz="2200" b="1">
                <a:solidFill>
                  <a:srgbClr val="182C3F"/>
                </a:solidFill>
                <a:latin typeface="+mn-lt"/>
                <a:ea typeface="+mn-ea"/>
                <a:cs typeface="+mn-cs"/>
              </a:defRPr>
            </a:lvl2pPr>
            <a:lvl3pPr algn="l">
              <a:buNone/>
              <a:defRPr sz="2000" b="1">
                <a:solidFill>
                  <a:srgbClr val="182C3F"/>
                </a:solidFill>
                <a:latin typeface="+mn-lt"/>
                <a:ea typeface="+mn-ea"/>
                <a:cs typeface="+mn-cs"/>
              </a:defRPr>
            </a:lvl3pPr>
            <a:lvl4pPr algn="l">
              <a:buNone/>
              <a:defRPr sz="2000" b="1">
                <a:solidFill>
                  <a:srgbClr val="182C3F"/>
                </a:solidFill>
                <a:latin typeface="+mn-lt"/>
                <a:ea typeface="+mn-ea"/>
                <a:cs typeface="+mn-cs"/>
              </a:defRPr>
            </a:lvl4pPr>
            <a:lvl5pPr algn="l">
              <a:buNone/>
              <a:defRPr sz="2000" b="1">
                <a:solidFill>
                  <a:srgbClr val="182C3F"/>
                </a:solidFill>
                <a:latin typeface="+mn-lt"/>
                <a:ea typeface="+mn-ea"/>
                <a:cs typeface="+mn-cs"/>
              </a:defRPr>
            </a:lvl5pPr>
            <a:lvl6pPr algn="l">
              <a:buNone/>
              <a:defRPr sz="2000" b="1">
                <a:solidFill>
                  <a:srgbClr val="182C3F"/>
                </a:solidFill>
                <a:latin typeface="+mn-lt"/>
                <a:ea typeface="+mn-ea"/>
                <a:cs typeface="+mn-cs"/>
              </a:defRPr>
            </a:lvl6pPr>
            <a:lvl7pPr algn="l">
              <a:buNone/>
              <a:defRPr sz="2000" b="1">
                <a:solidFill>
                  <a:srgbClr val="182C3F"/>
                </a:solidFill>
                <a:latin typeface="+mn-lt"/>
                <a:ea typeface="+mn-ea"/>
                <a:cs typeface="+mn-cs"/>
              </a:defRPr>
            </a:lvl7pPr>
            <a:lvl8pPr algn="l">
              <a:buNone/>
              <a:defRPr sz="2000" b="1">
                <a:solidFill>
                  <a:srgbClr val="182C3F"/>
                </a:solidFill>
                <a:latin typeface="+mn-lt"/>
                <a:ea typeface="+mn-ea"/>
                <a:cs typeface="+mn-cs"/>
              </a:defRPr>
            </a:lvl8pPr>
            <a:lvl9pPr algn="l">
              <a:buNone/>
              <a:defRPr sz="2000" b="1">
                <a:solidFill>
                  <a:srgbClr val="182C3F"/>
                </a:solidFill>
                <a:latin typeface="+mn-lt"/>
                <a:ea typeface="+mn-ea"/>
                <a:cs typeface="+mn-cs"/>
              </a:defRPr>
            </a:lvl9pPr>
          </a:lstStyle>
          <a:p>
            <a:pPr lvl="0"/>
            <a:r>
              <a:t>Click to edit label-0</a:t>
            </a:r>
          </a:p>
        </p:txBody>
      </p:sp>
      <p:sp>
        <p:nvSpPr>
          <p:cNvPr id="4" name="slot:figure-0"/>
          <p:cNvSpPr>
            <a:spLocks noGrp="1"/>
          </p:cNvSpPr>
          <p:nvPr>
            <p:ph type="pic" idx="2"/>
          </p:nvPr>
        </p:nvSpPr>
        <p:spPr>
          <a:xfrm>
            <a:off x="762000" y="2667000"/>
            <a:ext cx="5105400" cy="2476500"/>
          </a:xfrm>
          <a:prstGeom prst="rect">
            <a:avLst/>
          </a:prstGeom>
          <a:solidFill>
            <a:srgbClr val="EAF1F8"/>
          </a:solidFill>
          <a:ln w="0">
            <a:noFill/>
          </a:ln>
        </p:spPr>
        <p:txBody>
          <a:bodyPr wrap="square" lIns="0" rIns="0" tIns="0" bIns="0" anchor="t">
            <a:noAutofit/>
          </a:bodyPr>
          <a:lstStyle>
            <a:defPPr algn="ctr">
              <a:buNone/>
              <a:defRPr sz="2000" b="0">
                <a:solidFill>
                  <a:srgbClr val="52677A"/>
                </a:solidFill>
                <a:latin typeface="+mn-lt"/>
                <a:ea typeface="+mn-ea"/>
                <a:cs typeface="+mn-cs"/>
              </a:defRPr>
            </a:defPPr>
            <a:lvl1pPr algn="ctr">
              <a:buNone/>
              <a:defRPr sz="2000" b="0">
                <a:solidFill>
                  <a:srgbClr val="52677A"/>
                </a:solidFill>
                <a:latin typeface="+mn-lt"/>
                <a:ea typeface="+mn-ea"/>
                <a:cs typeface="+mn-cs"/>
              </a:defRPr>
            </a:lvl1pPr>
            <a:lvl2pPr algn="ctr">
              <a:buNone/>
              <a:defRPr sz="2000" b="0">
                <a:solidFill>
                  <a:srgbClr val="52677A"/>
                </a:solidFill>
                <a:latin typeface="+mn-lt"/>
                <a:ea typeface="+mn-ea"/>
                <a:cs typeface="+mn-cs"/>
              </a:defRPr>
            </a:lvl2pPr>
            <a:lvl3pPr algn="ctr">
              <a:buNone/>
              <a:defRPr sz="2000" b="0">
                <a:solidFill>
                  <a:srgbClr val="52677A"/>
                </a:solidFill>
                <a:latin typeface="+mn-lt"/>
                <a:ea typeface="+mn-ea"/>
                <a:cs typeface="+mn-cs"/>
              </a:defRPr>
            </a:lvl3pPr>
            <a:lvl4pPr algn="ctr">
              <a:buNone/>
              <a:defRPr sz="2000" b="0">
                <a:solidFill>
                  <a:srgbClr val="52677A"/>
                </a:solidFill>
                <a:latin typeface="+mn-lt"/>
                <a:ea typeface="+mn-ea"/>
                <a:cs typeface="+mn-cs"/>
              </a:defRPr>
            </a:lvl4pPr>
            <a:lvl5pPr algn="ctr">
              <a:buNone/>
              <a:defRPr sz="2000" b="0">
                <a:solidFill>
                  <a:srgbClr val="52677A"/>
                </a:solidFill>
                <a:latin typeface="+mn-lt"/>
                <a:ea typeface="+mn-ea"/>
                <a:cs typeface="+mn-cs"/>
              </a:defRPr>
            </a:lvl5pPr>
            <a:lvl6pPr algn="ctr">
              <a:buNone/>
              <a:defRPr sz="2000" b="0">
                <a:solidFill>
                  <a:srgbClr val="52677A"/>
                </a:solidFill>
                <a:latin typeface="+mn-lt"/>
                <a:ea typeface="+mn-ea"/>
                <a:cs typeface="+mn-cs"/>
              </a:defRPr>
            </a:lvl6pPr>
            <a:lvl7pPr algn="ctr">
              <a:buNone/>
              <a:defRPr sz="2000" b="0">
                <a:solidFill>
                  <a:srgbClr val="52677A"/>
                </a:solidFill>
                <a:latin typeface="+mn-lt"/>
                <a:ea typeface="+mn-ea"/>
                <a:cs typeface="+mn-cs"/>
              </a:defRPr>
            </a:lvl7pPr>
            <a:lvl8pPr algn="ctr">
              <a:buNone/>
              <a:defRPr sz="2000" b="0">
                <a:solidFill>
                  <a:srgbClr val="52677A"/>
                </a:solidFill>
                <a:latin typeface="+mn-lt"/>
                <a:ea typeface="+mn-ea"/>
                <a:cs typeface="+mn-cs"/>
              </a:defRPr>
            </a:lvl8pPr>
            <a:lvl9pPr algn="ctr">
              <a:buNone/>
              <a:defRPr sz="2000" b="0">
                <a:solidFill>
                  <a:srgbClr val="52677A"/>
                </a:solidFill>
                <a:latin typeface="+mn-lt"/>
                <a:ea typeface="+mn-ea"/>
                <a:cs typeface="+mn-cs"/>
              </a:defRPr>
            </a:lvl9pPr>
          </a:lstStyle>
          <a:p>
            <a:pPr lvl="0"/>
            <a:r>
              <a:t>Click to edit figure-0</a:t>
            </a:r>
          </a:p>
        </p:txBody>
      </p:sp>
      <p:sp>
        <p:nvSpPr>
          <p:cNvPr id="5" name="slot:label-1"/>
          <p:cNvSpPr>
            <a:spLocks noGrp="1"/>
          </p:cNvSpPr>
          <p:nvPr>
            <p:ph type="body" idx="3"/>
          </p:nvPr>
        </p:nvSpPr>
        <p:spPr>
          <a:xfrm>
            <a:off x="6324600" y="2019300"/>
            <a:ext cx="5105400" cy="419100"/>
          </a:xfrm>
          <a:prstGeom prst="rect">
            <a:avLst/>
          </a:prstGeom>
          <a:noFill/>
          <a:ln w="0">
            <a:noFill/>
          </a:ln>
        </p:spPr>
        <p:txBody>
          <a:bodyPr wrap="square" lIns="0" rIns="0" tIns="0" bIns="0" anchor="t">
            <a:noAutofit/>
          </a:bodyPr>
          <a:lstStyle>
            <a:defPPr algn="l">
              <a:buNone/>
              <a:defRPr sz="2400" b="1">
                <a:solidFill>
                  <a:srgbClr val="182C3F"/>
                </a:solidFill>
                <a:latin typeface="+mn-lt"/>
                <a:ea typeface="+mn-ea"/>
                <a:cs typeface="+mn-cs"/>
              </a:defRPr>
            </a:defPPr>
            <a:lvl1pPr algn="l">
              <a:buNone/>
              <a:defRPr sz="2400" b="1">
                <a:solidFill>
                  <a:srgbClr val="182C3F"/>
                </a:solidFill>
                <a:latin typeface="+mn-lt"/>
                <a:ea typeface="+mn-ea"/>
                <a:cs typeface="+mn-cs"/>
              </a:defRPr>
            </a:lvl1pPr>
            <a:lvl2pPr algn="l">
              <a:buNone/>
              <a:defRPr sz="2200" b="1">
                <a:solidFill>
                  <a:srgbClr val="182C3F"/>
                </a:solidFill>
                <a:latin typeface="+mn-lt"/>
                <a:ea typeface="+mn-ea"/>
                <a:cs typeface="+mn-cs"/>
              </a:defRPr>
            </a:lvl2pPr>
            <a:lvl3pPr algn="l">
              <a:buNone/>
              <a:defRPr sz="2000" b="1">
                <a:solidFill>
                  <a:srgbClr val="182C3F"/>
                </a:solidFill>
                <a:latin typeface="+mn-lt"/>
                <a:ea typeface="+mn-ea"/>
                <a:cs typeface="+mn-cs"/>
              </a:defRPr>
            </a:lvl3pPr>
            <a:lvl4pPr algn="l">
              <a:buNone/>
              <a:defRPr sz="2000" b="1">
                <a:solidFill>
                  <a:srgbClr val="182C3F"/>
                </a:solidFill>
                <a:latin typeface="+mn-lt"/>
                <a:ea typeface="+mn-ea"/>
                <a:cs typeface="+mn-cs"/>
              </a:defRPr>
            </a:lvl4pPr>
            <a:lvl5pPr algn="l">
              <a:buNone/>
              <a:defRPr sz="2000" b="1">
                <a:solidFill>
                  <a:srgbClr val="182C3F"/>
                </a:solidFill>
                <a:latin typeface="+mn-lt"/>
                <a:ea typeface="+mn-ea"/>
                <a:cs typeface="+mn-cs"/>
              </a:defRPr>
            </a:lvl5pPr>
            <a:lvl6pPr algn="l">
              <a:buNone/>
              <a:defRPr sz="2000" b="1">
                <a:solidFill>
                  <a:srgbClr val="182C3F"/>
                </a:solidFill>
                <a:latin typeface="+mn-lt"/>
                <a:ea typeface="+mn-ea"/>
                <a:cs typeface="+mn-cs"/>
              </a:defRPr>
            </a:lvl6pPr>
            <a:lvl7pPr algn="l">
              <a:buNone/>
              <a:defRPr sz="2000" b="1">
                <a:solidFill>
                  <a:srgbClr val="182C3F"/>
                </a:solidFill>
                <a:latin typeface="+mn-lt"/>
                <a:ea typeface="+mn-ea"/>
                <a:cs typeface="+mn-cs"/>
              </a:defRPr>
            </a:lvl7pPr>
            <a:lvl8pPr algn="l">
              <a:buNone/>
              <a:defRPr sz="2000" b="1">
                <a:solidFill>
                  <a:srgbClr val="182C3F"/>
                </a:solidFill>
                <a:latin typeface="+mn-lt"/>
                <a:ea typeface="+mn-ea"/>
                <a:cs typeface="+mn-cs"/>
              </a:defRPr>
            </a:lvl8pPr>
            <a:lvl9pPr algn="l">
              <a:buNone/>
              <a:defRPr sz="2000" b="1">
                <a:solidFill>
                  <a:srgbClr val="182C3F"/>
                </a:solidFill>
                <a:latin typeface="+mn-lt"/>
                <a:ea typeface="+mn-ea"/>
                <a:cs typeface="+mn-cs"/>
              </a:defRPr>
            </a:lvl9pPr>
          </a:lstStyle>
          <a:p>
            <a:pPr lvl="0"/>
            <a:r>
              <a:t>Click to edit label-1</a:t>
            </a:r>
          </a:p>
        </p:txBody>
      </p:sp>
      <p:sp>
        <p:nvSpPr>
          <p:cNvPr id="6" name="slot:figure-1"/>
          <p:cNvSpPr>
            <a:spLocks noGrp="1"/>
          </p:cNvSpPr>
          <p:nvPr>
            <p:ph type="pic" idx="4"/>
          </p:nvPr>
        </p:nvSpPr>
        <p:spPr>
          <a:xfrm>
            <a:off x="6324600" y="2667000"/>
            <a:ext cx="5105400" cy="2476500"/>
          </a:xfrm>
          <a:prstGeom prst="rect">
            <a:avLst/>
          </a:prstGeom>
          <a:solidFill>
            <a:srgbClr val="EAF1F8"/>
          </a:solidFill>
          <a:ln w="0">
            <a:noFill/>
          </a:ln>
        </p:spPr>
        <p:txBody>
          <a:bodyPr wrap="square" lIns="0" rIns="0" tIns="0" bIns="0" anchor="t">
            <a:noAutofit/>
          </a:bodyPr>
          <a:lstStyle>
            <a:defPPr algn="ctr">
              <a:buNone/>
              <a:defRPr sz="2000" b="0">
                <a:solidFill>
                  <a:srgbClr val="52677A"/>
                </a:solidFill>
                <a:latin typeface="+mn-lt"/>
                <a:ea typeface="+mn-ea"/>
                <a:cs typeface="+mn-cs"/>
              </a:defRPr>
            </a:defPPr>
            <a:lvl1pPr algn="ctr">
              <a:buNone/>
              <a:defRPr sz="2000" b="0">
                <a:solidFill>
                  <a:srgbClr val="52677A"/>
                </a:solidFill>
                <a:latin typeface="+mn-lt"/>
                <a:ea typeface="+mn-ea"/>
                <a:cs typeface="+mn-cs"/>
              </a:defRPr>
            </a:lvl1pPr>
            <a:lvl2pPr algn="ctr">
              <a:buNone/>
              <a:defRPr sz="2000" b="0">
                <a:solidFill>
                  <a:srgbClr val="52677A"/>
                </a:solidFill>
                <a:latin typeface="+mn-lt"/>
                <a:ea typeface="+mn-ea"/>
                <a:cs typeface="+mn-cs"/>
              </a:defRPr>
            </a:lvl2pPr>
            <a:lvl3pPr algn="ctr">
              <a:buNone/>
              <a:defRPr sz="2000" b="0">
                <a:solidFill>
                  <a:srgbClr val="52677A"/>
                </a:solidFill>
                <a:latin typeface="+mn-lt"/>
                <a:ea typeface="+mn-ea"/>
                <a:cs typeface="+mn-cs"/>
              </a:defRPr>
            </a:lvl3pPr>
            <a:lvl4pPr algn="ctr">
              <a:buNone/>
              <a:defRPr sz="2000" b="0">
                <a:solidFill>
                  <a:srgbClr val="52677A"/>
                </a:solidFill>
                <a:latin typeface="+mn-lt"/>
                <a:ea typeface="+mn-ea"/>
                <a:cs typeface="+mn-cs"/>
              </a:defRPr>
            </a:lvl4pPr>
            <a:lvl5pPr algn="ctr">
              <a:buNone/>
              <a:defRPr sz="2000" b="0">
                <a:solidFill>
                  <a:srgbClr val="52677A"/>
                </a:solidFill>
                <a:latin typeface="+mn-lt"/>
                <a:ea typeface="+mn-ea"/>
                <a:cs typeface="+mn-cs"/>
              </a:defRPr>
            </a:lvl5pPr>
            <a:lvl6pPr algn="ctr">
              <a:buNone/>
              <a:defRPr sz="2000" b="0">
                <a:solidFill>
                  <a:srgbClr val="52677A"/>
                </a:solidFill>
                <a:latin typeface="+mn-lt"/>
                <a:ea typeface="+mn-ea"/>
                <a:cs typeface="+mn-cs"/>
              </a:defRPr>
            </a:lvl6pPr>
            <a:lvl7pPr algn="ctr">
              <a:buNone/>
              <a:defRPr sz="2000" b="0">
                <a:solidFill>
                  <a:srgbClr val="52677A"/>
                </a:solidFill>
                <a:latin typeface="+mn-lt"/>
                <a:ea typeface="+mn-ea"/>
                <a:cs typeface="+mn-cs"/>
              </a:defRPr>
            </a:lvl7pPr>
            <a:lvl8pPr algn="ctr">
              <a:buNone/>
              <a:defRPr sz="2000" b="0">
                <a:solidFill>
                  <a:srgbClr val="52677A"/>
                </a:solidFill>
                <a:latin typeface="+mn-lt"/>
                <a:ea typeface="+mn-ea"/>
                <a:cs typeface="+mn-cs"/>
              </a:defRPr>
            </a:lvl8pPr>
            <a:lvl9pPr algn="ctr">
              <a:buNone/>
              <a:defRPr sz="2000" b="0">
                <a:solidFill>
                  <a:srgbClr val="52677A"/>
                </a:solidFill>
                <a:latin typeface="+mn-lt"/>
                <a:ea typeface="+mn-ea"/>
                <a:cs typeface="+mn-cs"/>
              </a:defRPr>
            </a:lvl9pPr>
          </a:lstStyle>
          <a:p>
            <a:pPr lvl="0"/>
            <a:r>
              <a:t>Click to edit figure-1</a:t>
            </a:r>
          </a:p>
        </p:txBody>
      </p:sp>
      <p:sp>
        <p:nvSpPr>
          <p:cNvPr id="7" name="slot:caption"/>
          <p:cNvSpPr>
            <a:spLocks noGrp="1"/>
          </p:cNvSpPr>
          <p:nvPr>
            <p:ph type="body" idx="5"/>
          </p:nvPr>
        </p:nvSpPr>
        <p:spPr>
          <a:xfrm>
            <a:off x="762000" y="5524500"/>
            <a:ext cx="10668000" cy="381000"/>
          </a:xfrm>
          <a:prstGeom prst="rect">
            <a:avLst/>
          </a:prstGeom>
          <a:noFill/>
          <a:ln w="0">
            <a:noFill/>
          </a:ln>
        </p:spPr>
        <p:txBody>
          <a:bodyPr wrap="square" lIns="0" rIns="0" tIns="0" bIns="0" anchor="t">
            <a:noAutofit/>
          </a:bodyPr>
          <a:lstStyle>
            <a:defPPr algn="l">
              <a:buNone/>
              <a:defRPr sz="2000" b="0">
                <a:solidFill>
                  <a:srgbClr val="52677A"/>
                </a:solidFill>
                <a:latin typeface="+mn-lt"/>
                <a:ea typeface="+mn-ea"/>
                <a:cs typeface="+mn-cs"/>
              </a:defRPr>
            </a:defPPr>
            <a:lvl1pPr algn="l">
              <a:buNone/>
              <a:defRPr sz="2000" b="0">
                <a:solidFill>
                  <a:srgbClr val="52677A"/>
                </a:solidFill>
                <a:latin typeface="+mn-lt"/>
                <a:ea typeface="+mn-ea"/>
                <a:cs typeface="+mn-cs"/>
              </a:defRPr>
            </a:lvl1pPr>
            <a:lvl2pPr algn="l">
              <a:buNone/>
              <a:defRPr sz="20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r>
              <a:t>Click to edit caption</a:t>
            </a:r>
          </a:p>
        </p:txBody>
      </p:sp>
      <p:sp>
        <p:nvSpPr>
          <p:cNvPr id="8" name="footer-affiliation"/>
          <p:cNvSpPr>
            <a:spLocks xmlns:a="http://schemas.openxmlformats.org/drawingml/2006/main" noGrp="1"/>
          </p:cNvSpPr>
          <p:nvPr>
            <p:ph type="ftr" idx="90"/>
          </p:nvPr>
        </p:nvSpPr>
        <p:spPr>
          <a:xfrm xmlns:a="http://schemas.openxmlformats.org/drawingml/2006/main">
            <a:off x="762000" y="63055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xmlns:a="http://schemas.openxmlformats.org/drawingml/2006/main">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9" name="footer-page"/>
          <p:cNvSpPr>
            <a:spLocks xmlns:a="http://schemas.openxmlformats.org/drawingml/2006/main" noGrp="1"/>
          </p:cNvSpPr>
          <p:nvPr>
            <p:ph type="sldNum" idx="91"/>
          </p:nvPr>
        </p:nvSpPr>
        <p:spPr>
          <a:xfrm xmlns:a="http://schemas.openxmlformats.org/drawingml/2006/main">
            <a:off x="10839450" y="6305550"/>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xmlns:a="http://schemas.openxmlformats.org/drawingml/2006/main">
            <a:pPr algn="r">
              <a:defRPr sz="1100" b="0">
                <a:solidFill>
                  <a:srgbClr val="52677A"/>
                </a:solidFill>
                <a:latin typeface="Arial"/>
                <a:ea typeface="Arial"/>
                <a:cs typeface="Arial"/>
              </a:defRPr>
            </a:pPr>
            <a:fld id="{186B6F4A-9CAF-4956-8BD7-A9CD045E793A}" type="slidenum">
              <a:rPr sz="1100" b="0">
                <a:solidFill>
                  <a:srgbClr val="52677A"/>
                </a:solidFill>
                <a:latin typeface="Arial"/>
                <a:ea typeface="Arial"/>
                <a:cs typeface="Arial"/>
              </a:rPr>
              <a:t>1</a:t>
            </a:fld>
          </a:p>
        </p:txBody>
      </p:sp>
    </p:spTree>
  </p:cSld>
  <p:clrMapOvr>
    <a:masterClrMapping/>
  </p:clrMapOvr>
  <p:hf hdr="0" ftr="1" dt="0" sldNum="1"/>
</p:sldLayout>
</file>

<file path=ppt/slideLayouts/slideLayoutAcademic9.xml><?xml version="1.0" encoding="utf-8"?>
<p:sldLayout xmlns:p="http://schemas.openxmlformats.org/presentationml/2006/main" xmlns:a="http://schemas.openxmlformats.org/drawingml/2006/main" xmlns:r="http://schemas.openxmlformats.org/officeDocument/2006/relationships" type="cust" preserve="1">
  <p:cSld name="09 Workflow">
    <p:bg>
      <p:bgPr>
        <a:solidFill>
          <a:srgbClr val="FFFFFF"/>
        </a:solidFill>
      </p:bgPr>
    </p:bg>
    <p:spTree>
      <p:nvGrpSpPr>
        <p:cNvPr id="1" name=""/>
        <p:cNvGrpSpPr/>
        <p:nvPr/>
      </p:nvGrpSpPr>
      <p:grpSpPr>
        <a:xfrm/>
      </p:grpSpPr>
      <p:sp>
        <p:nvSpPr>
          <p:cNvPr id="2" name="slot:title"/>
          <p:cNvSpPr>
            <a:spLocks noGrp="1"/>
          </p:cNvSpPr>
          <p:nvPr>
            <p:ph type="title" idx="0"/>
          </p:nvPr>
        </p:nvSpPr>
        <p:spPr>
          <a:xfrm>
            <a:off x="762000" y="571500"/>
            <a:ext cx="10668000" cy="1219200"/>
          </a:xfrm>
          <a:prstGeom prst="rect">
            <a:avLst/>
          </a:prstGeom>
          <a:noFill/>
          <a:ln w="0">
            <a:noFill/>
          </a:ln>
        </p:spPr>
        <p:txBody>
          <a:bodyPr wrap="square" lIns="0" rIns="0" t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r>
              <a:t>Click to edit title</a:t>
            </a:r>
          </a:p>
        </p:txBody>
      </p:sp>
      <p:sp>
        <p:nvSpPr>
          <p:cNvPr id="3" name="slot:step-0"/>
          <p:cNvSpPr>
            <a:spLocks noGrp="1"/>
          </p:cNvSpPr>
          <p:nvPr>
            <p:ph type="body" idx="1"/>
          </p:nvPr>
        </p:nvSpPr>
        <p:spPr>
          <a:xfrm>
            <a:off x="762000" y="2800350"/>
            <a:ext cx="3048000" cy="704850"/>
          </a:xfrm>
          <a:prstGeom prst="rect">
            <a:avLst/>
          </a:prstGeom>
          <a:solidFill>
            <a:srgbClr val="EAF1F8"/>
          </a:solidFill>
          <a:ln w="0">
            <a:noFill/>
          </a:ln>
        </p:spPr>
        <p:txBody>
          <a:bodyPr wrap="square" lIns="152400" rIns="152400" tIns="152400" bIns="152400" anchor="t">
            <a:noAutofit/>
          </a:bodyPr>
          <a:lstStyle>
            <a:defPPr algn="ctr">
              <a:buNone/>
              <a:defRPr sz="2400" b="1">
                <a:solidFill>
                  <a:srgbClr val="182C3F"/>
                </a:solidFill>
                <a:latin typeface="+mn-lt"/>
                <a:ea typeface="+mn-ea"/>
                <a:cs typeface="+mn-cs"/>
              </a:defRPr>
            </a:defPPr>
            <a:lvl1pPr algn="ctr">
              <a:buNone/>
              <a:defRPr sz="2400" b="1">
                <a:solidFill>
                  <a:srgbClr val="182C3F"/>
                </a:solidFill>
                <a:latin typeface="+mn-lt"/>
                <a:ea typeface="+mn-ea"/>
                <a:cs typeface="+mn-cs"/>
              </a:defRPr>
            </a:lvl1pPr>
            <a:lvl2pPr algn="ctr">
              <a:buNone/>
              <a:defRPr sz="2200" b="1">
                <a:solidFill>
                  <a:srgbClr val="182C3F"/>
                </a:solidFill>
                <a:latin typeface="+mn-lt"/>
                <a:ea typeface="+mn-ea"/>
                <a:cs typeface="+mn-cs"/>
              </a:defRPr>
            </a:lvl2pPr>
            <a:lvl3pPr algn="ctr">
              <a:buNone/>
              <a:defRPr sz="2000" b="1">
                <a:solidFill>
                  <a:srgbClr val="182C3F"/>
                </a:solidFill>
                <a:latin typeface="+mn-lt"/>
                <a:ea typeface="+mn-ea"/>
                <a:cs typeface="+mn-cs"/>
              </a:defRPr>
            </a:lvl3pPr>
            <a:lvl4pPr algn="ctr">
              <a:buNone/>
              <a:defRPr sz="2000" b="1">
                <a:solidFill>
                  <a:srgbClr val="182C3F"/>
                </a:solidFill>
                <a:latin typeface="+mn-lt"/>
                <a:ea typeface="+mn-ea"/>
                <a:cs typeface="+mn-cs"/>
              </a:defRPr>
            </a:lvl4pPr>
            <a:lvl5pPr algn="ctr">
              <a:buNone/>
              <a:defRPr sz="2000" b="1">
                <a:solidFill>
                  <a:srgbClr val="182C3F"/>
                </a:solidFill>
                <a:latin typeface="+mn-lt"/>
                <a:ea typeface="+mn-ea"/>
                <a:cs typeface="+mn-cs"/>
              </a:defRPr>
            </a:lvl5pPr>
            <a:lvl6pPr algn="ctr">
              <a:buNone/>
              <a:defRPr sz="2000" b="1">
                <a:solidFill>
                  <a:srgbClr val="182C3F"/>
                </a:solidFill>
                <a:latin typeface="+mn-lt"/>
                <a:ea typeface="+mn-ea"/>
                <a:cs typeface="+mn-cs"/>
              </a:defRPr>
            </a:lvl6pPr>
            <a:lvl7pPr algn="ctr">
              <a:buNone/>
              <a:defRPr sz="2000" b="1">
                <a:solidFill>
                  <a:srgbClr val="182C3F"/>
                </a:solidFill>
                <a:latin typeface="+mn-lt"/>
                <a:ea typeface="+mn-ea"/>
                <a:cs typeface="+mn-cs"/>
              </a:defRPr>
            </a:lvl7pPr>
            <a:lvl8pPr algn="ctr">
              <a:buNone/>
              <a:defRPr sz="2000" b="1">
                <a:solidFill>
                  <a:srgbClr val="182C3F"/>
                </a:solidFill>
                <a:latin typeface="+mn-lt"/>
                <a:ea typeface="+mn-ea"/>
                <a:cs typeface="+mn-cs"/>
              </a:defRPr>
            </a:lvl8pPr>
            <a:lvl9pPr algn="ctr">
              <a:buNone/>
              <a:defRPr sz="2000" b="1">
                <a:solidFill>
                  <a:srgbClr val="182C3F"/>
                </a:solidFill>
                <a:latin typeface="+mn-lt"/>
                <a:ea typeface="+mn-ea"/>
                <a:cs typeface="+mn-cs"/>
              </a:defRPr>
            </a:lvl9pPr>
          </a:lstStyle>
          <a:p>
            <a:pPr lvl="0"/>
            <a:r>
              <a:t>Click to edit step-0</a:t>
            </a:r>
          </a:p>
        </p:txBody>
      </p:sp>
      <p:sp>
        <p:nvSpPr>
          <p:cNvPr id="4" name="slot:step-1"/>
          <p:cNvSpPr>
            <a:spLocks noGrp="1"/>
          </p:cNvSpPr>
          <p:nvPr>
            <p:ph type="body" idx="2"/>
          </p:nvPr>
        </p:nvSpPr>
        <p:spPr>
          <a:xfrm>
            <a:off x="4572000" y="2800350"/>
            <a:ext cx="3048000" cy="704850"/>
          </a:xfrm>
          <a:prstGeom prst="rect">
            <a:avLst/>
          </a:prstGeom>
          <a:solidFill>
            <a:srgbClr val="EAF1F8"/>
          </a:solidFill>
          <a:ln w="0">
            <a:noFill/>
          </a:ln>
        </p:spPr>
        <p:txBody>
          <a:bodyPr wrap="square" lIns="152400" rIns="152400" tIns="152400" bIns="152400" anchor="t">
            <a:noAutofit/>
          </a:bodyPr>
          <a:lstStyle>
            <a:defPPr algn="ctr">
              <a:buNone/>
              <a:defRPr sz="2400" b="1">
                <a:solidFill>
                  <a:srgbClr val="182C3F"/>
                </a:solidFill>
                <a:latin typeface="+mn-lt"/>
                <a:ea typeface="+mn-ea"/>
                <a:cs typeface="+mn-cs"/>
              </a:defRPr>
            </a:defPPr>
            <a:lvl1pPr algn="ctr">
              <a:buNone/>
              <a:defRPr sz="2400" b="1">
                <a:solidFill>
                  <a:srgbClr val="182C3F"/>
                </a:solidFill>
                <a:latin typeface="+mn-lt"/>
                <a:ea typeface="+mn-ea"/>
                <a:cs typeface="+mn-cs"/>
              </a:defRPr>
            </a:lvl1pPr>
            <a:lvl2pPr algn="ctr">
              <a:buNone/>
              <a:defRPr sz="2200" b="1">
                <a:solidFill>
                  <a:srgbClr val="182C3F"/>
                </a:solidFill>
                <a:latin typeface="+mn-lt"/>
                <a:ea typeface="+mn-ea"/>
                <a:cs typeface="+mn-cs"/>
              </a:defRPr>
            </a:lvl2pPr>
            <a:lvl3pPr algn="ctr">
              <a:buNone/>
              <a:defRPr sz="2000" b="1">
                <a:solidFill>
                  <a:srgbClr val="182C3F"/>
                </a:solidFill>
                <a:latin typeface="+mn-lt"/>
                <a:ea typeface="+mn-ea"/>
                <a:cs typeface="+mn-cs"/>
              </a:defRPr>
            </a:lvl3pPr>
            <a:lvl4pPr algn="ctr">
              <a:buNone/>
              <a:defRPr sz="2000" b="1">
                <a:solidFill>
                  <a:srgbClr val="182C3F"/>
                </a:solidFill>
                <a:latin typeface="+mn-lt"/>
                <a:ea typeface="+mn-ea"/>
                <a:cs typeface="+mn-cs"/>
              </a:defRPr>
            </a:lvl4pPr>
            <a:lvl5pPr algn="ctr">
              <a:buNone/>
              <a:defRPr sz="2000" b="1">
                <a:solidFill>
                  <a:srgbClr val="182C3F"/>
                </a:solidFill>
                <a:latin typeface="+mn-lt"/>
                <a:ea typeface="+mn-ea"/>
                <a:cs typeface="+mn-cs"/>
              </a:defRPr>
            </a:lvl5pPr>
            <a:lvl6pPr algn="ctr">
              <a:buNone/>
              <a:defRPr sz="2000" b="1">
                <a:solidFill>
                  <a:srgbClr val="182C3F"/>
                </a:solidFill>
                <a:latin typeface="+mn-lt"/>
                <a:ea typeface="+mn-ea"/>
                <a:cs typeface="+mn-cs"/>
              </a:defRPr>
            </a:lvl6pPr>
            <a:lvl7pPr algn="ctr">
              <a:buNone/>
              <a:defRPr sz="2000" b="1">
                <a:solidFill>
                  <a:srgbClr val="182C3F"/>
                </a:solidFill>
                <a:latin typeface="+mn-lt"/>
                <a:ea typeface="+mn-ea"/>
                <a:cs typeface="+mn-cs"/>
              </a:defRPr>
            </a:lvl7pPr>
            <a:lvl8pPr algn="ctr">
              <a:buNone/>
              <a:defRPr sz="2000" b="1">
                <a:solidFill>
                  <a:srgbClr val="182C3F"/>
                </a:solidFill>
                <a:latin typeface="+mn-lt"/>
                <a:ea typeface="+mn-ea"/>
                <a:cs typeface="+mn-cs"/>
              </a:defRPr>
            </a:lvl8pPr>
            <a:lvl9pPr algn="ctr">
              <a:buNone/>
              <a:defRPr sz="2000" b="1">
                <a:solidFill>
                  <a:srgbClr val="182C3F"/>
                </a:solidFill>
                <a:latin typeface="+mn-lt"/>
                <a:ea typeface="+mn-ea"/>
                <a:cs typeface="+mn-cs"/>
              </a:defRPr>
            </a:lvl9pPr>
          </a:lstStyle>
          <a:p>
            <a:pPr lvl="0"/>
            <a:r>
              <a:t>Click to edit step-1</a:t>
            </a:r>
          </a:p>
        </p:txBody>
      </p:sp>
      <p:sp>
        <p:nvSpPr>
          <p:cNvPr id="5" name="slot:step-2"/>
          <p:cNvSpPr>
            <a:spLocks noGrp="1"/>
          </p:cNvSpPr>
          <p:nvPr>
            <p:ph type="body" idx="3"/>
          </p:nvPr>
        </p:nvSpPr>
        <p:spPr>
          <a:xfrm>
            <a:off x="8382000" y="2800350"/>
            <a:ext cx="3048000" cy="704850"/>
          </a:xfrm>
          <a:prstGeom prst="rect">
            <a:avLst/>
          </a:prstGeom>
          <a:solidFill>
            <a:srgbClr val="EAF1F8"/>
          </a:solidFill>
          <a:ln w="0">
            <a:noFill/>
          </a:ln>
        </p:spPr>
        <p:txBody>
          <a:bodyPr wrap="square" lIns="152400" rIns="152400" tIns="152400" bIns="152400" anchor="t">
            <a:noAutofit/>
          </a:bodyPr>
          <a:lstStyle>
            <a:defPPr algn="ctr">
              <a:buNone/>
              <a:defRPr sz="2400" b="1">
                <a:solidFill>
                  <a:srgbClr val="182C3F"/>
                </a:solidFill>
                <a:latin typeface="+mn-lt"/>
                <a:ea typeface="+mn-ea"/>
                <a:cs typeface="+mn-cs"/>
              </a:defRPr>
            </a:defPPr>
            <a:lvl1pPr algn="ctr">
              <a:buNone/>
              <a:defRPr sz="2400" b="1">
                <a:solidFill>
                  <a:srgbClr val="182C3F"/>
                </a:solidFill>
                <a:latin typeface="+mn-lt"/>
                <a:ea typeface="+mn-ea"/>
                <a:cs typeface="+mn-cs"/>
              </a:defRPr>
            </a:lvl1pPr>
            <a:lvl2pPr algn="ctr">
              <a:buNone/>
              <a:defRPr sz="2200" b="1">
                <a:solidFill>
                  <a:srgbClr val="182C3F"/>
                </a:solidFill>
                <a:latin typeface="+mn-lt"/>
                <a:ea typeface="+mn-ea"/>
                <a:cs typeface="+mn-cs"/>
              </a:defRPr>
            </a:lvl2pPr>
            <a:lvl3pPr algn="ctr">
              <a:buNone/>
              <a:defRPr sz="2000" b="1">
                <a:solidFill>
                  <a:srgbClr val="182C3F"/>
                </a:solidFill>
                <a:latin typeface="+mn-lt"/>
                <a:ea typeface="+mn-ea"/>
                <a:cs typeface="+mn-cs"/>
              </a:defRPr>
            </a:lvl3pPr>
            <a:lvl4pPr algn="ctr">
              <a:buNone/>
              <a:defRPr sz="2000" b="1">
                <a:solidFill>
                  <a:srgbClr val="182C3F"/>
                </a:solidFill>
                <a:latin typeface="+mn-lt"/>
                <a:ea typeface="+mn-ea"/>
                <a:cs typeface="+mn-cs"/>
              </a:defRPr>
            </a:lvl4pPr>
            <a:lvl5pPr algn="ctr">
              <a:buNone/>
              <a:defRPr sz="2000" b="1">
                <a:solidFill>
                  <a:srgbClr val="182C3F"/>
                </a:solidFill>
                <a:latin typeface="+mn-lt"/>
                <a:ea typeface="+mn-ea"/>
                <a:cs typeface="+mn-cs"/>
              </a:defRPr>
            </a:lvl5pPr>
            <a:lvl6pPr algn="ctr">
              <a:buNone/>
              <a:defRPr sz="2000" b="1">
                <a:solidFill>
                  <a:srgbClr val="182C3F"/>
                </a:solidFill>
                <a:latin typeface="+mn-lt"/>
                <a:ea typeface="+mn-ea"/>
                <a:cs typeface="+mn-cs"/>
              </a:defRPr>
            </a:lvl6pPr>
            <a:lvl7pPr algn="ctr">
              <a:buNone/>
              <a:defRPr sz="2000" b="1">
                <a:solidFill>
                  <a:srgbClr val="182C3F"/>
                </a:solidFill>
                <a:latin typeface="+mn-lt"/>
                <a:ea typeface="+mn-ea"/>
                <a:cs typeface="+mn-cs"/>
              </a:defRPr>
            </a:lvl7pPr>
            <a:lvl8pPr algn="ctr">
              <a:buNone/>
              <a:defRPr sz="2000" b="1">
                <a:solidFill>
                  <a:srgbClr val="182C3F"/>
                </a:solidFill>
                <a:latin typeface="+mn-lt"/>
                <a:ea typeface="+mn-ea"/>
                <a:cs typeface="+mn-cs"/>
              </a:defRPr>
            </a:lvl8pPr>
            <a:lvl9pPr algn="ctr">
              <a:buNone/>
              <a:defRPr sz="2000" b="1">
                <a:solidFill>
                  <a:srgbClr val="182C3F"/>
                </a:solidFill>
                <a:latin typeface="+mn-lt"/>
                <a:ea typeface="+mn-ea"/>
                <a:cs typeface="+mn-cs"/>
              </a:defRPr>
            </a:lvl9pPr>
          </a:lstStyle>
          <a:p>
            <a:pPr lvl="0"/>
            <a:r>
              <a:t>Click to edit step-2</a:t>
            </a:r>
          </a:p>
        </p:txBody>
      </p:sp>
      <p:sp>
        <p:nvSpPr>
          <p:cNvPr id="6" name="slot:context"/>
          <p:cNvSpPr>
            <a:spLocks noGrp="1"/>
          </p:cNvSpPr>
          <p:nvPr>
            <p:ph type="body" idx="4"/>
          </p:nvPr>
        </p:nvSpPr>
        <p:spPr>
          <a:xfrm>
            <a:off x="762000" y="4667250"/>
            <a:ext cx="10668000" cy="742950"/>
          </a:xfrm>
          <a:prstGeom prst="rect">
            <a:avLst/>
          </a:prstGeom>
          <a:noFill/>
          <a:ln w="0">
            <a:noFill/>
          </a:ln>
        </p:spPr>
        <p:txBody>
          <a:bodyPr wrap="square" lIns="0" rIns="0" tIns="0" bIns="0" anchor="t">
            <a:noAutofit/>
          </a:bodyPr>
          <a:lstStyle>
            <a:defPPr algn="l">
              <a:buNone/>
              <a:defRPr sz="2400" b="0">
                <a:solidFill>
                  <a:srgbClr val="52677A"/>
                </a:solidFill>
                <a:latin typeface="+mn-lt"/>
                <a:ea typeface="+mn-ea"/>
                <a:cs typeface="+mn-cs"/>
              </a:defRPr>
            </a:defPPr>
            <a:lvl1pPr algn="l">
              <a:buNone/>
              <a:defRPr sz="2400" b="0">
                <a:solidFill>
                  <a:srgbClr val="52677A"/>
                </a:solidFill>
                <a:latin typeface="+mn-lt"/>
                <a:ea typeface="+mn-ea"/>
                <a:cs typeface="+mn-cs"/>
              </a:defRPr>
            </a:lvl1pPr>
            <a:lvl2pPr algn="l">
              <a:buNone/>
              <a:defRPr sz="22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r>
              <a:t>Click to edit context</a:t>
            </a:r>
          </a:p>
        </p:txBody>
      </p:sp>
      <p:sp>
        <p:nvSpPr>
          <p:cNvPr id="7" name="footer-affiliation"/>
          <p:cNvSpPr>
            <a:spLocks xmlns:a="http://schemas.openxmlformats.org/drawingml/2006/main" noGrp="1"/>
          </p:cNvSpPr>
          <p:nvPr>
            <p:ph type="ftr" idx="90"/>
          </p:nvPr>
        </p:nvSpPr>
        <p:spPr>
          <a:xfrm xmlns:a="http://schemas.openxmlformats.org/drawingml/2006/main">
            <a:off x="762000" y="63055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xmlns:a="http://schemas.openxmlformats.org/drawingml/2006/main">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8" name="footer-page"/>
          <p:cNvSpPr>
            <a:spLocks xmlns:a="http://schemas.openxmlformats.org/drawingml/2006/main" noGrp="1"/>
          </p:cNvSpPr>
          <p:nvPr>
            <p:ph type="sldNum" idx="91"/>
          </p:nvPr>
        </p:nvSpPr>
        <p:spPr>
          <a:xfrm xmlns:a="http://schemas.openxmlformats.org/drawingml/2006/main">
            <a:off x="10839450" y="6305550"/>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xmlns:a="http://schemas.openxmlformats.org/drawingml/2006/main">
            <a:pPr algn="r">
              <a:defRPr sz="1100" b="0">
                <a:solidFill>
                  <a:srgbClr val="52677A"/>
                </a:solidFill>
                <a:latin typeface="Arial"/>
                <a:ea typeface="Arial"/>
                <a:cs typeface="Arial"/>
              </a:defRPr>
            </a:pPr>
            <a:fld id="{910F3D4D-9A0E-4C40-B6DF-FA807ED1CD0E}" type="slidenum">
              <a:rPr sz="1100" b="0">
                <a:solidFill>
                  <a:srgbClr val="52677A"/>
                </a:solidFill>
                <a:latin typeface="Arial"/>
                <a:ea typeface="Arial"/>
                <a:cs typeface="Arial"/>
              </a:rPr>
              <a:t>1</a:t>
            </a:fld>
          </a:p>
        </p:txBody>
      </p:sp>
    </p:spTree>
  </p:cSld>
  <p:clrMapOvr>
    <a:masterClrMapping/>
  </p:clrMapOvr>
  <p:hf hdr="0" ftr="1" dt="0" sldNum="1"/>
</p:sldLayout>
</file>

<file path=ppt/slideLayouts/slideLayoutAcademic10.xml><?xml version="1.0" encoding="utf-8"?>
<p:sldLayout xmlns:p="http://schemas.openxmlformats.org/presentationml/2006/main" xmlns:a="http://schemas.openxmlformats.org/drawingml/2006/main" xmlns:r="http://schemas.openxmlformats.org/officeDocument/2006/relationships" type="cust" preserve="1">
  <p:cSld name="10 Bar chart">
    <p:bg>
      <p:bgPr>
        <a:solidFill>
          <a:srgbClr val="FFFFFF"/>
        </a:solidFill>
      </p:bgPr>
    </p:bg>
    <p:spTree>
      <p:nvGrpSpPr>
        <p:cNvPr id="1" name=""/>
        <p:cNvGrpSpPr/>
        <p:nvPr/>
      </p:nvGrpSpPr>
      <p:grpSpPr>
        <a:xfrm/>
      </p:grpSpPr>
      <p:sp>
        <p:nvSpPr>
          <p:cNvPr id="2" name="slot:title"/>
          <p:cNvSpPr>
            <a:spLocks noGrp="1"/>
          </p:cNvSpPr>
          <p:nvPr>
            <p:ph type="title" idx="0"/>
          </p:nvPr>
        </p:nvSpPr>
        <p:spPr>
          <a:xfrm>
            <a:off x="762000" y="571500"/>
            <a:ext cx="10668000" cy="1219200"/>
          </a:xfrm>
          <a:prstGeom prst="rect">
            <a:avLst/>
          </a:prstGeom>
          <a:noFill/>
          <a:ln w="0">
            <a:noFill/>
          </a:ln>
        </p:spPr>
        <p:txBody>
          <a:bodyPr wrap="square" lIns="0" rIns="0" t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r>
              <a:t>Click to edit title</a:t>
            </a:r>
          </a:p>
        </p:txBody>
      </p:sp>
      <p:sp>
        <p:nvSpPr>
          <p:cNvPr id="3" name="slot:takeaway"/>
          <p:cNvSpPr>
            <a:spLocks noGrp="1"/>
          </p:cNvSpPr>
          <p:nvPr>
            <p:ph type="body" idx="1"/>
          </p:nvPr>
        </p:nvSpPr>
        <p:spPr>
          <a:xfrm>
            <a:off x="8629650" y="2628900"/>
            <a:ext cx="2800350" cy="1809750"/>
          </a:xfrm>
          <a:prstGeom prst="rect">
            <a:avLst/>
          </a:prstGeom>
          <a:noFill/>
          <a:ln w="0">
            <a:noFill/>
          </a:ln>
        </p:spPr>
        <p:txBody>
          <a:bodyPr wrap="square" lIns="0" rIns="0" tIns="0" bIns="0" anchor="t">
            <a:noAutofit/>
          </a:bodyPr>
          <a:lstStyle>
            <a:defPPr algn="l">
              <a:buNone/>
              <a:defRPr sz="3200" b="0">
                <a:solidFill>
                  <a:srgbClr val="142D45"/>
                </a:solidFill>
                <a:latin typeface="+mj-lt"/>
                <a:ea typeface="+mj-ea"/>
                <a:cs typeface="+mj-cs"/>
              </a:defRPr>
            </a:defPPr>
            <a:lvl1pPr algn="l">
              <a:buNone/>
              <a:defRPr sz="3200" b="0">
                <a:solidFill>
                  <a:srgbClr val="142D45"/>
                </a:solidFill>
                <a:latin typeface="+mj-lt"/>
                <a:ea typeface="+mj-ea"/>
                <a:cs typeface="+mj-cs"/>
              </a:defRPr>
            </a:lvl1pPr>
            <a:lvl2pPr algn="l">
              <a:buNone/>
              <a:defRPr sz="3000" b="0">
                <a:solidFill>
                  <a:srgbClr val="142D45"/>
                </a:solidFill>
                <a:latin typeface="+mj-lt"/>
                <a:ea typeface="+mj-ea"/>
                <a:cs typeface="+mj-cs"/>
              </a:defRPr>
            </a:lvl2pPr>
            <a:lvl3pPr algn="l">
              <a:buNone/>
              <a:defRPr sz="2800" b="0">
                <a:solidFill>
                  <a:srgbClr val="142D45"/>
                </a:solidFill>
                <a:latin typeface="+mj-lt"/>
                <a:ea typeface="+mj-ea"/>
                <a:cs typeface="+mj-cs"/>
              </a:defRPr>
            </a:lvl3pPr>
            <a:lvl4pPr algn="l">
              <a:buNone/>
              <a:defRPr sz="2600" b="0">
                <a:solidFill>
                  <a:srgbClr val="142D45"/>
                </a:solidFill>
                <a:latin typeface="+mj-lt"/>
                <a:ea typeface="+mj-ea"/>
                <a:cs typeface="+mj-cs"/>
              </a:defRPr>
            </a:lvl4pPr>
            <a:lvl5pPr algn="l">
              <a:buNone/>
              <a:defRPr sz="2400" b="0">
                <a:solidFill>
                  <a:srgbClr val="142D45"/>
                </a:solidFill>
                <a:latin typeface="+mj-lt"/>
                <a:ea typeface="+mj-ea"/>
                <a:cs typeface="+mj-cs"/>
              </a:defRPr>
            </a:lvl5pPr>
            <a:lvl6pPr algn="l">
              <a:buNone/>
              <a:defRPr sz="2200" b="0">
                <a:solidFill>
                  <a:srgbClr val="142D45"/>
                </a:solidFill>
                <a:latin typeface="+mj-lt"/>
                <a:ea typeface="+mj-ea"/>
                <a:cs typeface="+mj-cs"/>
              </a:defRPr>
            </a:lvl6pPr>
            <a:lvl7pPr algn="l">
              <a:buNone/>
              <a:defRPr sz="2000" b="0">
                <a:solidFill>
                  <a:srgbClr val="142D45"/>
                </a:solidFill>
                <a:latin typeface="+mj-lt"/>
                <a:ea typeface="+mj-ea"/>
                <a:cs typeface="+mj-cs"/>
              </a:defRPr>
            </a:lvl7pPr>
            <a:lvl8pPr algn="l">
              <a:buNone/>
              <a:defRPr sz="2000" b="0">
                <a:solidFill>
                  <a:srgbClr val="142D45"/>
                </a:solidFill>
                <a:latin typeface="+mj-lt"/>
                <a:ea typeface="+mj-ea"/>
                <a:cs typeface="+mj-cs"/>
              </a:defRPr>
            </a:lvl8pPr>
            <a:lvl9pPr algn="l">
              <a:buNone/>
              <a:defRPr sz="2000" b="0">
                <a:solidFill>
                  <a:srgbClr val="142D45"/>
                </a:solidFill>
                <a:latin typeface="+mj-lt"/>
                <a:ea typeface="+mj-ea"/>
                <a:cs typeface="+mj-cs"/>
              </a:defRPr>
            </a:lvl9pPr>
          </a:lstStyle>
          <a:p>
            <a:pPr lvl="0"/>
            <a:r>
              <a:t>Click to edit takeaway</a:t>
            </a:r>
          </a:p>
        </p:txBody>
      </p:sp>
      <p:sp>
        <p:nvSpPr>
          <p:cNvPr id="4" name="slot:caveat"/>
          <p:cNvSpPr>
            <a:spLocks noGrp="1"/>
          </p:cNvSpPr>
          <p:nvPr>
            <p:ph type="body" idx="2"/>
          </p:nvPr>
        </p:nvSpPr>
        <p:spPr>
          <a:xfrm>
            <a:off x="8629650" y="5086350"/>
            <a:ext cx="2800350" cy="666750"/>
          </a:xfrm>
          <a:prstGeom prst="rect">
            <a:avLst/>
          </a:prstGeom>
          <a:noFill/>
          <a:ln w="0">
            <a:noFill/>
          </a:ln>
        </p:spPr>
        <p:txBody>
          <a:bodyPr wrap="square" lIns="0" rIns="0" tIns="0" bIns="0" anchor="t">
            <a:noAutofit/>
          </a:bodyPr>
          <a:lstStyle>
            <a:defPPr algn="l">
              <a:buNone/>
              <a:defRPr sz="1800" b="0">
                <a:solidFill>
                  <a:srgbClr val="52677A"/>
                </a:solidFill>
                <a:latin typeface="+mn-lt"/>
                <a:ea typeface="+mn-ea"/>
                <a:cs typeface="+mn-cs"/>
              </a:defRPr>
            </a:defPPr>
            <a:lvl1pPr algn="l">
              <a:buNone/>
              <a:defRPr sz="2000" b="0">
                <a:solidFill>
                  <a:srgbClr val="52677A"/>
                </a:solidFill>
                <a:latin typeface="+mn-lt"/>
                <a:ea typeface="+mn-ea"/>
                <a:cs typeface="+mn-cs"/>
              </a:defRPr>
            </a:lvl1pPr>
            <a:lvl2pPr algn="l">
              <a:buNone/>
              <a:defRPr sz="20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r>
              <a:t>Click to edit caveat</a:t>
            </a:r>
          </a:p>
        </p:txBody>
      </p:sp>
      <p:sp>
        <p:nvSpPr>
          <p:cNvPr id="5" name="slot:evidence"/>
          <p:cNvSpPr>
            <a:spLocks noGrp="1"/>
          </p:cNvSpPr>
          <p:nvPr>
            <p:ph type="chart" idx="3"/>
          </p:nvPr>
        </p:nvSpPr>
        <p:spPr>
          <a:xfrm>
            <a:off x="762000" y="2305050"/>
            <a:ext cx="7334250" cy="3390900"/>
          </a:xfrm>
          <a:prstGeom prst="rect">
            <a:avLst/>
          </a:prstGeom>
          <a:noFill/>
          <a:ln w="0">
            <a:noFill/>
          </a:ln>
        </p:spPr>
        <p:txBody>
          <a:bodyPr wrap="square" lIns="0" rIns="0" tIns="0" bIns="0" anchor="t">
            <a:noAutofit/>
          </a:bodyPr>
          <a:lstStyle>
            <a:defPPr algn="l">
              <a:buNone/>
              <a:defRPr sz="1800" b="0">
                <a:solidFill>
                  <a:srgbClr val="182C3F"/>
                </a:solidFill>
                <a:latin typeface="+mn-lt"/>
                <a:ea typeface="+mn-ea"/>
                <a:cs typeface="+mn-cs"/>
              </a:defRPr>
            </a:defPPr>
            <a:lvl1pPr algn="l">
              <a:buNone/>
              <a:defRPr sz="1800" b="0">
                <a:solidFill>
                  <a:srgbClr val="182C3F"/>
                </a:solidFill>
                <a:latin typeface="+mn-lt"/>
                <a:ea typeface="+mn-ea"/>
                <a:cs typeface="+mn-cs"/>
              </a:defRPr>
            </a:lvl1pPr>
            <a:lvl2pPr algn="l">
              <a:buNone/>
              <a:defRPr sz="1800" b="0">
                <a:solidFill>
                  <a:srgbClr val="182C3F"/>
                </a:solidFill>
                <a:latin typeface="+mn-lt"/>
                <a:ea typeface="+mn-ea"/>
                <a:cs typeface="+mn-cs"/>
              </a:defRPr>
            </a:lvl2pPr>
            <a:lvl3pPr algn="l">
              <a:buNone/>
              <a:defRPr sz="1800" b="0">
                <a:solidFill>
                  <a:srgbClr val="182C3F"/>
                </a:solidFill>
                <a:latin typeface="+mn-lt"/>
                <a:ea typeface="+mn-ea"/>
                <a:cs typeface="+mn-cs"/>
              </a:defRPr>
            </a:lvl3pPr>
            <a:lvl4pPr algn="l">
              <a:buNone/>
              <a:defRPr sz="1800" b="0">
                <a:solidFill>
                  <a:srgbClr val="182C3F"/>
                </a:solidFill>
                <a:latin typeface="+mn-lt"/>
                <a:ea typeface="+mn-ea"/>
                <a:cs typeface="+mn-cs"/>
              </a:defRPr>
            </a:lvl4pPr>
            <a:lvl5pPr algn="l">
              <a:buNone/>
              <a:defRPr sz="1800" b="0">
                <a:solidFill>
                  <a:srgbClr val="182C3F"/>
                </a:solidFill>
                <a:latin typeface="+mn-lt"/>
                <a:ea typeface="+mn-ea"/>
                <a:cs typeface="+mn-cs"/>
              </a:defRPr>
            </a:lvl5pPr>
            <a:lvl6pPr algn="l">
              <a:buNone/>
              <a:defRPr sz="1800" b="0">
                <a:solidFill>
                  <a:srgbClr val="182C3F"/>
                </a:solidFill>
                <a:latin typeface="+mn-lt"/>
                <a:ea typeface="+mn-ea"/>
                <a:cs typeface="+mn-cs"/>
              </a:defRPr>
            </a:lvl6pPr>
            <a:lvl7pPr algn="l">
              <a:buNone/>
              <a:defRPr sz="1800" b="0">
                <a:solidFill>
                  <a:srgbClr val="182C3F"/>
                </a:solidFill>
                <a:latin typeface="+mn-lt"/>
                <a:ea typeface="+mn-ea"/>
                <a:cs typeface="+mn-cs"/>
              </a:defRPr>
            </a:lvl7pPr>
            <a:lvl8pPr algn="l">
              <a:buNone/>
              <a:defRPr sz="1800" b="0">
                <a:solidFill>
                  <a:srgbClr val="182C3F"/>
                </a:solidFill>
                <a:latin typeface="+mn-lt"/>
                <a:ea typeface="+mn-ea"/>
                <a:cs typeface="+mn-cs"/>
              </a:defRPr>
            </a:lvl8pPr>
            <a:lvl9pPr algn="l">
              <a:buNone/>
              <a:defRPr sz="1800" b="0">
                <a:solidFill>
                  <a:srgbClr val="182C3F"/>
                </a:solidFill>
                <a:latin typeface="+mn-lt"/>
                <a:ea typeface="+mn-ea"/>
                <a:cs typeface="+mn-cs"/>
              </a:defRPr>
            </a:lvl9pPr>
          </a:lstStyle>
          <a:p>
            <a:pPr lvl="0"/>
            <a:r>
              <a:t>Click to edit evidence</a:t>
            </a:r>
          </a:p>
        </p:txBody>
      </p:sp>
      <p:sp>
        <p:nvSpPr>
          <p:cNvPr id="6" name="footer-affiliation"/>
          <p:cNvSpPr>
            <a:spLocks xmlns:a="http://schemas.openxmlformats.org/drawingml/2006/main" noGrp="1"/>
          </p:cNvSpPr>
          <p:nvPr>
            <p:ph type="ftr" idx="90"/>
          </p:nvPr>
        </p:nvSpPr>
        <p:spPr>
          <a:xfrm xmlns:a="http://schemas.openxmlformats.org/drawingml/2006/main">
            <a:off x="762000" y="63055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xmlns:a="http://schemas.openxmlformats.org/drawingml/2006/main">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7" name="footer-page"/>
          <p:cNvSpPr>
            <a:spLocks xmlns:a="http://schemas.openxmlformats.org/drawingml/2006/main" noGrp="1"/>
          </p:cNvSpPr>
          <p:nvPr>
            <p:ph type="sldNum" idx="91"/>
          </p:nvPr>
        </p:nvSpPr>
        <p:spPr>
          <a:xfrm xmlns:a="http://schemas.openxmlformats.org/drawingml/2006/main">
            <a:off x="10839450" y="6305550"/>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xmlns:a="http://schemas.openxmlformats.org/drawingml/2006/main">
            <a:pPr algn="r">
              <a:defRPr sz="1100" b="0">
                <a:solidFill>
                  <a:srgbClr val="52677A"/>
                </a:solidFill>
                <a:latin typeface="Arial"/>
                <a:ea typeface="Arial"/>
                <a:cs typeface="Arial"/>
              </a:defRPr>
            </a:pPr>
            <a:fld id="{6030D5E5-8F3E-49A1-8F75-717AD69BBC26}" type="slidenum">
              <a:rPr sz="1100" b="0">
                <a:solidFill>
                  <a:srgbClr val="52677A"/>
                </a:solidFill>
                <a:latin typeface="Arial"/>
                <a:ea typeface="Arial"/>
                <a:cs typeface="Arial"/>
              </a:rPr>
              <a:t>1</a:t>
            </a:fld>
          </a:p>
        </p:txBody>
      </p:sp>
    </p:spTree>
  </p:cSld>
  <p:clrMapOvr>
    <a:masterClrMapping/>
  </p:clrMapOvr>
  <p:hf hdr="0" ftr="1" dt="0" sldNum="1"/>
</p:sldLayout>
</file>

<file path=ppt/slideLayouts/slideLayoutAcademic11.xml><?xml version="1.0" encoding="utf-8"?>
<p:sldLayout xmlns:p="http://schemas.openxmlformats.org/presentationml/2006/main" xmlns:a="http://schemas.openxmlformats.org/drawingml/2006/main" xmlns:r="http://schemas.openxmlformats.org/officeDocument/2006/relationships" type="cust" preserve="1">
  <p:cSld name="11 Line chart">
    <p:bg>
      <p:bgPr>
        <a:solidFill>
          <a:srgbClr val="FFFFFF"/>
        </a:solidFill>
      </p:bgPr>
    </p:bg>
    <p:spTree>
      <p:nvGrpSpPr>
        <p:cNvPr id="1" name=""/>
        <p:cNvGrpSpPr/>
        <p:nvPr/>
      </p:nvGrpSpPr>
      <p:grpSpPr>
        <a:xfrm/>
      </p:grpSpPr>
      <p:sp>
        <p:nvSpPr>
          <p:cNvPr id="2" name="slot:title"/>
          <p:cNvSpPr>
            <a:spLocks noGrp="1"/>
          </p:cNvSpPr>
          <p:nvPr>
            <p:ph type="title" idx="0"/>
          </p:nvPr>
        </p:nvSpPr>
        <p:spPr>
          <a:xfrm>
            <a:off x="762000" y="571500"/>
            <a:ext cx="10668000" cy="1219200"/>
          </a:xfrm>
          <a:prstGeom prst="rect">
            <a:avLst/>
          </a:prstGeom>
          <a:noFill/>
          <a:ln w="0">
            <a:noFill/>
          </a:ln>
        </p:spPr>
        <p:txBody>
          <a:bodyPr wrap="square" lIns="0" rIns="0" t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r>
              <a:t>Click to edit title</a:t>
            </a:r>
          </a:p>
        </p:txBody>
      </p:sp>
      <p:sp>
        <p:nvSpPr>
          <p:cNvPr id="3" name="slot:takeaway"/>
          <p:cNvSpPr>
            <a:spLocks noGrp="1"/>
          </p:cNvSpPr>
          <p:nvPr>
            <p:ph type="body" idx="1"/>
          </p:nvPr>
        </p:nvSpPr>
        <p:spPr>
          <a:xfrm>
            <a:off x="8629650" y="2724150"/>
            <a:ext cx="2800350" cy="1333500"/>
          </a:xfrm>
          <a:prstGeom prst="rect">
            <a:avLst/>
          </a:prstGeom>
          <a:noFill/>
          <a:ln w="0">
            <a:noFill/>
          </a:ln>
        </p:spPr>
        <p:txBody>
          <a:bodyPr wrap="square" lIns="0" rIns="0" tIns="0" bIns="0" anchor="t">
            <a:noAutofit/>
          </a:bodyPr>
          <a:lstStyle>
            <a:defPPr algn="l">
              <a:buNone/>
              <a:defRPr sz="3000" b="0">
                <a:solidFill>
                  <a:srgbClr val="142D45"/>
                </a:solidFill>
                <a:latin typeface="+mj-lt"/>
                <a:ea typeface="+mj-ea"/>
                <a:cs typeface="+mj-cs"/>
              </a:defRPr>
            </a:defPPr>
            <a:lvl1pPr algn="l">
              <a:buNone/>
              <a:defRPr sz="3000" b="0">
                <a:solidFill>
                  <a:srgbClr val="142D45"/>
                </a:solidFill>
                <a:latin typeface="+mj-lt"/>
                <a:ea typeface="+mj-ea"/>
                <a:cs typeface="+mj-cs"/>
              </a:defRPr>
            </a:lvl1pPr>
            <a:lvl2pPr algn="l">
              <a:buNone/>
              <a:defRPr sz="2800" b="0">
                <a:solidFill>
                  <a:srgbClr val="142D45"/>
                </a:solidFill>
                <a:latin typeface="+mj-lt"/>
                <a:ea typeface="+mj-ea"/>
                <a:cs typeface="+mj-cs"/>
              </a:defRPr>
            </a:lvl2pPr>
            <a:lvl3pPr algn="l">
              <a:buNone/>
              <a:defRPr sz="2600" b="0">
                <a:solidFill>
                  <a:srgbClr val="142D45"/>
                </a:solidFill>
                <a:latin typeface="+mj-lt"/>
                <a:ea typeface="+mj-ea"/>
                <a:cs typeface="+mj-cs"/>
              </a:defRPr>
            </a:lvl3pPr>
            <a:lvl4pPr algn="l">
              <a:buNone/>
              <a:defRPr sz="2400" b="0">
                <a:solidFill>
                  <a:srgbClr val="142D45"/>
                </a:solidFill>
                <a:latin typeface="+mj-lt"/>
                <a:ea typeface="+mj-ea"/>
                <a:cs typeface="+mj-cs"/>
              </a:defRPr>
            </a:lvl4pPr>
            <a:lvl5pPr algn="l">
              <a:buNone/>
              <a:defRPr sz="2200" b="0">
                <a:solidFill>
                  <a:srgbClr val="142D45"/>
                </a:solidFill>
                <a:latin typeface="+mj-lt"/>
                <a:ea typeface="+mj-ea"/>
                <a:cs typeface="+mj-cs"/>
              </a:defRPr>
            </a:lvl5pPr>
            <a:lvl6pPr algn="l">
              <a:buNone/>
              <a:defRPr sz="2000" b="0">
                <a:solidFill>
                  <a:srgbClr val="142D45"/>
                </a:solidFill>
                <a:latin typeface="+mj-lt"/>
                <a:ea typeface="+mj-ea"/>
                <a:cs typeface="+mj-cs"/>
              </a:defRPr>
            </a:lvl6pPr>
            <a:lvl7pPr algn="l">
              <a:buNone/>
              <a:defRPr sz="2000" b="0">
                <a:solidFill>
                  <a:srgbClr val="142D45"/>
                </a:solidFill>
                <a:latin typeface="+mj-lt"/>
                <a:ea typeface="+mj-ea"/>
                <a:cs typeface="+mj-cs"/>
              </a:defRPr>
            </a:lvl7pPr>
            <a:lvl8pPr algn="l">
              <a:buNone/>
              <a:defRPr sz="2000" b="0">
                <a:solidFill>
                  <a:srgbClr val="142D45"/>
                </a:solidFill>
                <a:latin typeface="+mj-lt"/>
                <a:ea typeface="+mj-ea"/>
                <a:cs typeface="+mj-cs"/>
              </a:defRPr>
            </a:lvl8pPr>
            <a:lvl9pPr algn="l">
              <a:buNone/>
              <a:defRPr sz="2000" b="0">
                <a:solidFill>
                  <a:srgbClr val="142D45"/>
                </a:solidFill>
                <a:latin typeface="+mj-lt"/>
                <a:ea typeface="+mj-ea"/>
                <a:cs typeface="+mj-cs"/>
              </a:defRPr>
            </a:lvl9pPr>
          </a:lstStyle>
          <a:p>
            <a:pPr lvl="0"/>
            <a:r>
              <a:t>Click to edit takeaway</a:t>
            </a:r>
          </a:p>
        </p:txBody>
      </p:sp>
      <p:sp>
        <p:nvSpPr>
          <p:cNvPr id="4" name="slot:caveat"/>
          <p:cNvSpPr>
            <a:spLocks noGrp="1"/>
          </p:cNvSpPr>
          <p:nvPr>
            <p:ph type="body" idx="2"/>
          </p:nvPr>
        </p:nvSpPr>
        <p:spPr>
          <a:xfrm>
            <a:off x="8629650" y="5067300"/>
            <a:ext cx="2800350" cy="666750"/>
          </a:xfrm>
          <a:prstGeom prst="rect">
            <a:avLst/>
          </a:prstGeom>
          <a:noFill/>
          <a:ln w="0">
            <a:noFill/>
          </a:ln>
        </p:spPr>
        <p:txBody>
          <a:bodyPr wrap="square" lIns="0" rIns="0" tIns="0" bIns="0" anchor="t">
            <a:noAutofit/>
          </a:bodyPr>
          <a:lstStyle>
            <a:defPPr algn="l">
              <a:buNone/>
              <a:defRPr sz="1800" b="0">
                <a:solidFill>
                  <a:srgbClr val="52677A"/>
                </a:solidFill>
                <a:latin typeface="+mn-lt"/>
                <a:ea typeface="+mn-ea"/>
                <a:cs typeface="+mn-cs"/>
              </a:defRPr>
            </a:defPPr>
            <a:lvl1pPr algn="l">
              <a:buNone/>
              <a:defRPr sz="2000" b="0">
                <a:solidFill>
                  <a:srgbClr val="52677A"/>
                </a:solidFill>
                <a:latin typeface="+mn-lt"/>
                <a:ea typeface="+mn-ea"/>
                <a:cs typeface="+mn-cs"/>
              </a:defRPr>
            </a:lvl1pPr>
            <a:lvl2pPr algn="l">
              <a:buNone/>
              <a:defRPr sz="20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r>
              <a:t>Click to edit caveat</a:t>
            </a:r>
          </a:p>
        </p:txBody>
      </p:sp>
      <p:sp>
        <p:nvSpPr>
          <p:cNvPr id="5" name="slot:evidence"/>
          <p:cNvSpPr>
            <a:spLocks noGrp="1"/>
          </p:cNvSpPr>
          <p:nvPr>
            <p:ph type="chart" idx="3"/>
          </p:nvPr>
        </p:nvSpPr>
        <p:spPr>
          <a:xfrm>
            <a:off x="762000" y="2305050"/>
            <a:ext cx="7334250" cy="3390900"/>
          </a:xfrm>
          <a:prstGeom prst="rect">
            <a:avLst/>
          </a:prstGeom>
          <a:noFill/>
          <a:ln w="0">
            <a:noFill/>
          </a:ln>
        </p:spPr>
        <p:txBody>
          <a:bodyPr wrap="square" lIns="0" rIns="0" tIns="0" bIns="0" anchor="t">
            <a:noAutofit/>
          </a:bodyPr>
          <a:lstStyle>
            <a:defPPr algn="l">
              <a:buNone/>
              <a:defRPr sz="1800" b="0">
                <a:solidFill>
                  <a:srgbClr val="182C3F"/>
                </a:solidFill>
                <a:latin typeface="+mn-lt"/>
                <a:ea typeface="+mn-ea"/>
                <a:cs typeface="+mn-cs"/>
              </a:defRPr>
            </a:defPPr>
            <a:lvl1pPr algn="l">
              <a:buNone/>
              <a:defRPr sz="1800" b="0">
                <a:solidFill>
                  <a:srgbClr val="182C3F"/>
                </a:solidFill>
                <a:latin typeface="+mn-lt"/>
                <a:ea typeface="+mn-ea"/>
                <a:cs typeface="+mn-cs"/>
              </a:defRPr>
            </a:lvl1pPr>
            <a:lvl2pPr algn="l">
              <a:buNone/>
              <a:defRPr sz="1800" b="0">
                <a:solidFill>
                  <a:srgbClr val="182C3F"/>
                </a:solidFill>
                <a:latin typeface="+mn-lt"/>
                <a:ea typeface="+mn-ea"/>
                <a:cs typeface="+mn-cs"/>
              </a:defRPr>
            </a:lvl2pPr>
            <a:lvl3pPr algn="l">
              <a:buNone/>
              <a:defRPr sz="1800" b="0">
                <a:solidFill>
                  <a:srgbClr val="182C3F"/>
                </a:solidFill>
                <a:latin typeface="+mn-lt"/>
                <a:ea typeface="+mn-ea"/>
                <a:cs typeface="+mn-cs"/>
              </a:defRPr>
            </a:lvl3pPr>
            <a:lvl4pPr algn="l">
              <a:buNone/>
              <a:defRPr sz="1800" b="0">
                <a:solidFill>
                  <a:srgbClr val="182C3F"/>
                </a:solidFill>
                <a:latin typeface="+mn-lt"/>
                <a:ea typeface="+mn-ea"/>
                <a:cs typeface="+mn-cs"/>
              </a:defRPr>
            </a:lvl4pPr>
            <a:lvl5pPr algn="l">
              <a:buNone/>
              <a:defRPr sz="1800" b="0">
                <a:solidFill>
                  <a:srgbClr val="182C3F"/>
                </a:solidFill>
                <a:latin typeface="+mn-lt"/>
                <a:ea typeface="+mn-ea"/>
                <a:cs typeface="+mn-cs"/>
              </a:defRPr>
            </a:lvl5pPr>
            <a:lvl6pPr algn="l">
              <a:buNone/>
              <a:defRPr sz="1800" b="0">
                <a:solidFill>
                  <a:srgbClr val="182C3F"/>
                </a:solidFill>
                <a:latin typeface="+mn-lt"/>
                <a:ea typeface="+mn-ea"/>
                <a:cs typeface="+mn-cs"/>
              </a:defRPr>
            </a:lvl6pPr>
            <a:lvl7pPr algn="l">
              <a:buNone/>
              <a:defRPr sz="1800" b="0">
                <a:solidFill>
                  <a:srgbClr val="182C3F"/>
                </a:solidFill>
                <a:latin typeface="+mn-lt"/>
                <a:ea typeface="+mn-ea"/>
                <a:cs typeface="+mn-cs"/>
              </a:defRPr>
            </a:lvl7pPr>
            <a:lvl8pPr algn="l">
              <a:buNone/>
              <a:defRPr sz="1800" b="0">
                <a:solidFill>
                  <a:srgbClr val="182C3F"/>
                </a:solidFill>
                <a:latin typeface="+mn-lt"/>
                <a:ea typeface="+mn-ea"/>
                <a:cs typeface="+mn-cs"/>
              </a:defRPr>
            </a:lvl8pPr>
            <a:lvl9pPr algn="l">
              <a:buNone/>
              <a:defRPr sz="1800" b="0">
                <a:solidFill>
                  <a:srgbClr val="182C3F"/>
                </a:solidFill>
                <a:latin typeface="+mn-lt"/>
                <a:ea typeface="+mn-ea"/>
                <a:cs typeface="+mn-cs"/>
              </a:defRPr>
            </a:lvl9pPr>
          </a:lstStyle>
          <a:p>
            <a:pPr lvl="0"/>
            <a:r>
              <a:t>Click to edit evidence</a:t>
            </a:r>
          </a:p>
        </p:txBody>
      </p:sp>
      <p:sp>
        <p:nvSpPr>
          <p:cNvPr id="6" name="footer-affiliation"/>
          <p:cNvSpPr>
            <a:spLocks xmlns:a="http://schemas.openxmlformats.org/drawingml/2006/main" noGrp="1"/>
          </p:cNvSpPr>
          <p:nvPr>
            <p:ph type="ftr" idx="90"/>
          </p:nvPr>
        </p:nvSpPr>
        <p:spPr>
          <a:xfrm xmlns:a="http://schemas.openxmlformats.org/drawingml/2006/main">
            <a:off x="762000" y="63055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xmlns:a="http://schemas.openxmlformats.org/drawingml/2006/main">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7" name="footer-page"/>
          <p:cNvSpPr>
            <a:spLocks xmlns:a="http://schemas.openxmlformats.org/drawingml/2006/main" noGrp="1"/>
          </p:cNvSpPr>
          <p:nvPr>
            <p:ph type="sldNum" idx="91"/>
          </p:nvPr>
        </p:nvSpPr>
        <p:spPr>
          <a:xfrm xmlns:a="http://schemas.openxmlformats.org/drawingml/2006/main">
            <a:off x="10839450" y="6305550"/>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xmlns:a="http://schemas.openxmlformats.org/drawingml/2006/main">
            <a:pPr algn="r">
              <a:defRPr sz="1100" b="0">
                <a:solidFill>
                  <a:srgbClr val="52677A"/>
                </a:solidFill>
                <a:latin typeface="Arial"/>
                <a:ea typeface="Arial"/>
                <a:cs typeface="Arial"/>
              </a:defRPr>
            </a:pPr>
            <a:fld id="{6DEF7BEE-DCC4-4A04-A3C3-3CE98E336F26}" type="slidenum">
              <a:rPr sz="1100" b="0">
                <a:solidFill>
                  <a:srgbClr val="52677A"/>
                </a:solidFill>
                <a:latin typeface="Arial"/>
                <a:ea typeface="Arial"/>
                <a:cs typeface="Arial"/>
              </a:rPr>
              <a:t>1</a:t>
            </a:fld>
          </a:p>
        </p:txBody>
      </p:sp>
    </p:spTree>
  </p:cSld>
  <p:clrMapOvr>
    <a:masterClrMapping/>
  </p:clrMapOvr>
  <p:hf hdr="0" ftr="1" dt="0" sldNum="1"/>
</p:sldLayout>
</file>

<file path=ppt/slideLayouts/slideLayoutAcademic12.xml><?xml version="1.0" encoding="utf-8"?>
<p:sldLayout xmlns:p="http://schemas.openxmlformats.org/presentationml/2006/main" xmlns:a="http://schemas.openxmlformats.org/drawingml/2006/main" xmlns:r="http://schemas.openxmlformats.org/officeDocument/2006/relationships" type="cust" preserve="1">
  <p:cSld name="12 Results table">
    <p:bg>
      <p:bgPr>
        <a:solidFill>
          <a:srgbClr val="FFFFFF"/>
        </a:solidFill>
      </p:bgPr>
    </p:bg>
    <p:spTree>
      <p:nvGrpSpPr>
        <p:cNvPr id="1" name=""/>
        <p:cNvGrpSpPr/>
        <p:nvPr/>
      </p:nvGrpSpPr>
      <p:grpSpPr>
        <a:xfrm/>
      </p:grpSpPr>
      <p:sp>
        <p:nvSpPr>
          <p:cNvPr id="2" name="slot:title"/>
          <p:cNvSpPr>
            <a:spLocks noGrp="1"/>
          </p:cNvSpPr>
          <p:nvPr>
            <p:ph type="title" idx="0"/>
          </p:nvPr>
        </p:nvSpPr>
        <p:spPr>
          <a:xfrm>
            <a:off x="762000" y="571500"/>
            <a:ext cx="10668000" cy="1219200"/>
          </a:xfrm>
          <a:prstGeom prst="rect">
            <a:avLst/>
          </a:prstGeom>
          <a:noFill/>
          <a:ln w="0">
            <a:noFill/>
          </a:ln>
        </p:spPr>
        <p:txBody>
          <a:bodyPr wrap="square" lIns="0" rIns="0" t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r>
              <a:t>Click to edit title</a:t>
            </a:r>
          </a:p>
        </p:txBody>
      </p:sp>
      <p:sp>
        <p:nvSpPr>
          <p:cNvPr id="3" name="slot:caption"/>
          <p:cNvSpPr>
            <a:spLocks noGrp="1"/>
          </p:cNvSpPr>
          <p:nvPr>
            <p:ph type="body" idx="1"/>
          </p:nvPr>
        </p:nvSpPr>
        <p:spPr>
          <a:xfrm>
            <a:off x="762000" y="5543550"/>
            <a:ext cx="10668000" cy="361950"/>
          </a:xfrm>
          <a:prstGeom prst="rect">
            <a:avLst/>
          </a:prstGeom>
          <a:noFill/>
          <a:ln w="0">
            <a:noFill/>
          </a:ln>
        </p:spPr>
        <p:txBody>
          <a:bodyPr wrap="square" lIns="0" rIns="0" tIns="0" bIns="0" anchor="t">
            <a:noAutofit/>
          </a:bodyPr>
          <a:lstStyle>
            <a:defPPr algn="l">
              <a:buNone/>
              <a:defRPr sz="1800" b="0">
                <a:solidFill>
                  <a:srgbClr val="52677A"/>
                </a:solidFill>
                <a:latin typeface="+mn-lt"/>
                <a:ea typeface="+mn-ea"/>
                <a:cs typeface="+mn-cs"/>
              </a:defRPr>
            </a:defPPr>
            <a:lvl1pPr algn="l">
              <a:buNone/>
              <a:defRPr sz="2000" b="0">
                <a:solidFill>
                  <a:srgbClr val="52677A"/>
                </a:solidFill>
                <a:latin typeface="+mn-lt"/>
                <a:ea typeface="+mn-ea"/>
                <a:cs typeface="+mn-cs"/>
              </a:defRPr>
            </a:lvl1pPr>
            <a:lvl2pPr algn="l">
              <a:buNone/>
              <a:defRPr sz="20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r>
              <a:t>Click to edit caption</a:t>
            </a:r>
          </a:p>
        </p:txBody>
      </p:sp>
      <p:sp>
        <p:nvSpPr>
          <p:cNvPr id="4" name="slot:evidence"/>
          <p:cNvSpPr>
            <a:spLocks noGrp="1"/>
          </p:cNvSpPr>
          <p:nvPr>
            <p:ph type="tbl" idx="2"/>
          </p:nvPr>
        </p:nvSpPr>
        <p:spPr>
          <a:xfrm>
            <a:off x="762000" y="2362200"/>
            <a:ext cx="10668000" cy="2857500"/>
          </a:xfrm>
          <a:prstGeom prst="rect">
            <a:avLst/>
          </a:prstGeom>
          <a:noFill/>
          <a:ln w="0">
            <a:noFill/>
          </a:ln>
        </p:spPr>
        <p:txBody>
          <a:bodyPr wrap="square" lIns="0" rIns="0" tIns="0" bIns="0" anchor="t">
            <a:noAutofit/>
          </a:bodyPr>
          <a:lstStyle>
            <a:defPPr algn="l">
              <a:buNone/>
              <a:defRPr sz="1800" b="0">
                <a:solidFill>
                  <a:srgbClr val="182C3F"/>
                </a:solidFill>
                <a:latin typeface="+mn-lt"/>
                <a:ea typeface="+mn-ea"/>
                <a:cs typeface="+mn-cs"/>
              </a:defRPr>
            </a:defPPr>
            <a:lvl1pPr algn="l">
              <a:buNone/>
              <a:defRPr sz="1800" b="0">
                <a:solidFill>
                  <a:srgbClr val="182C3F"/>
                </a:solidFill>
                <a:latin typeface="+mn-lt"/>
                <a:ea typeface="+mn-ea"/>
                <a:cs typeface="+mn-cs"/>
              </a:defRPr>
            </a:lvl1pPr>
            <a:lvl2pPr algn="l">
              <a:buNone/>
              <a:defRPr sz="1800" b="0">
                <a:solidFill>
                  <a:srgbClr val="182C3F"/>
                </a:solidFill>
                <a:latin typeface="+mn-lt"/>
                <a:ea typeface="+mn-ea"/>
                <a:cs typeface="+mn-cs"/>
              </a:defRPr>
            </a:lvl2pPr>
            <a:lvl3pPr algn="l">
              <a:buNone/>
              <a:defRPr sz="1800" b="0">
                <a:solidFill>
                  <a:srgbClr val="182C3F"/>
                </a:solidFill>
                <a:latin typeface="+mn-lt"/>
                <a:ea typeface="+mn-ea"/>
                <a:cs typeface="+mn-cs"/>
              </a:defRPr>
            </a:lvl3pPr>
            <a:lvl4pPr algn="l">
              <a:buNone/>
              <a:defRPr sz="1800" b="0">
                <a:solidFill>
                  <a:srgbClr val="182C3F"/>
                </a:solidFill>
                <a:latin typeface="+mn-lt"/>
                <a:ea typeface="+mn-ea"/>
                <a:cs typeface="+mn-cs"/>
              </a:defRPr>
            </a:lvl4pPr>
            <a:lvl5pPr algn="l">
              <a:buNone/>
              <a:defRPr sz="1800" b="0">
                <a:solidFill>
                  <a:srgbClr val="182C3F"/>
                </a:solidFill>
                <a:latin typeface="+mn-lt"/>
                <a:ea typeface="+mn-ea"/>
                <a:cs typeface="+mn-cs"/>
              </a:defRPr>
            </a:lvl5pPr>
            <a:lvl6pPr algn="l">
              <a:buNone/>
              <a:defRPr sz="1800" b="0">
                <a:solidFill>
                  <a:srgbClr val="182C3F"/>
                </a:solidFill>
                <a:latin typeface="+mn-lt"/>
                <a:ea typeface="+mn-ea"/>
                <a:cs typeface="+mn-cs"/>
              </a:defRPr>
            </a:lvl6pPr>
            <a:lvl7pPr algn="l">
              <a:buNone/>
              <a:defRPr sz="1800" b="0">
                <a:solidFill>
                  <a:srgbClr val="182C3F"/>
                </a:solidFill>
                <a:latin typeface="+mn-lt"/>
                <a:ea typeface="+mn-ea"/>
                <a:cs typeface="+mn-cs"/>
              </a:defRPr>
            </a:lvl7pPr>
            <a:lvl8pPr algn="l">
              <a:buNone/>
              <a:defRPr sz="1800" b="0">
                <a:solidFill>
                  <a:srgbClr val="182C3F"/>
                </a:solidFill>
                <a:latin typeface="+mn-lt"/>
                <a:ea typeface="+mn-ea"/>
                <a:cs typeface="+mn-cs"/>
              </a:defRPr>
            </a:lvl8pPr>
            <a:lvl9pPr algn="l">
              <a:buNone/>
              <a:defRPr sz="1800" b="0">
                <a:solidFill>
                  <a:srgbClr val="182C3F"/>
                </a:solidFill>
                <a:latin typeface="+mn-lt"/>
                <a:ea typeface="+mn-ea"/>
                <a:cs typeface="+mn-cs"/>
              </a:defRPr>
            </a:lvl9pPr>
          </a:lstStyle>
          <a:p>
            <a:pPr lvl="0"/>
            <a:r>
              <a:t>Click to edit evidence</a:t>
            </a:r>
          </a:p>
        </p:txBody>
      </p:sp>
      <p:sp>
        <p:nvSpPr>
          <p:cNvPr id="5" name="footer-affiliation"/>
          <p:cNvSpPr>
            <a:spLocks xmlns:a="http://schemas.openxmlformats.org/drawingml/2006/main" noGrp="1"/>
          </p:cNvSpPr>
          <p:nvPr>
            <p:ph type="ftr" idx="90"/>
          </p:nvPr>
        </p:nvSpPr>
        <p:spPr>
          <a:xfrm xmlns:a="http://schemas.openxmlformats.org/drawingml/2006/main">
            <a:off x="762000" y="63055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xmlns:a="http://schemas.openxmlformats.org/drawingml/2006/main">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6" name="footer-page"/>
          <p:cNvSpPr>
            <a:spLocks xmlns:a="http://schemas.openxmlformats.org/drawingml/2006/main" noGrp="1"/>
          </p:cNvSpPr>
          <p:nvPr>
            <p:ph type="sldNum" idx="91"/>
          </p:nvPr>
        </p:nvSpPr>
        <p:spPr>
          <a:xfrm xmlns:a="http://schemas.openxmlformats.org/drawingml/2006/main">
            <a:off x="10839450" y="6305550"/>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xmlns:a="http://schemas.openxmlformats.org/drawingml/2006/main">
            <a:pPr algn="r">
              <a:defRPr sz="1100" b="0">
                <a:solidFill>
                  <a:srgbClr val="52677A"/>
                </a:solidFill>
                <a:latin typeface="Arial"/>
                <a:ea typeface="Arial"/>
                <a:cs typeface="Arial"/>
              </a:defRPr>
            </a:pPr>
            <a:fld id="{5F5095EF-AEC8-40F3-8DDA-1FE1FA956524}" type="slidenum">
              <a:rPr sz="1100" b="0">
                <a:solidFill>
                  <a:srgbClr val="52677A"/>
                </a:solidFill>
                <a:latin typeface="Arial"/>
                <a:ea typeface="Arial"/>
                <a:cs typeface="Arial"/>
              </a:rPr>
              <a:t>1</a:t>
            </a:fld>
          </a:p>
        </p:txBody>
      </p:sp>
    </p:spTree>
  </p:cSld>
  <p:clrMapOvr>
    <a:masterClrMapping/>
  </p:clrMapOvr>
  <p:hf hdr="0" ftr="1" dt="0" sldNum="1"/>
</p:sldLayout>
</file>

<file path=ppt/slideLayouts/slideLayoutAcademic13.xml><?xml version="1.0" encoding="utf-8"?>
<p:sldLayout xmlns:p="http://schemas.openxmlformats.org/presentationml/2006/main" xmlns:a="http://schemas.openxmlformats.org/drawingml/2006/main" xmlns:r="http://schemas.openxmlformats.org/officeDocument/2006/relationships" type="cust" preserve="1">
  <p:cSld name="13 Ablation table">
    <p:bg>
      <p:bgPr>
        <a:solidFill>
          <a:srgbClr val="FFFFFF"/>
        </a:solidFill>
      </p:bgPr>
    </p:bg>
    <p:spTree>
      <p:nvGrpSpPr>
        <p:cNvPr id="1" name=""/>
        <p:cNvGrpSpPr/>
        <p:nvPr/>
      </p:nvGrpSpPr>
      <p:grpSpPr>
        <a:xfrm/>
      </p:grpSpPr>
      <p:sp>
        <p:nvSpPr>
          <p:cNvPr id="2" name="slot:title"/>
          <p:cNvSpPr>
            <a:spLocks noGrp="1"/>
          </p:cNvSpPr>
          <p:nvPr>
            <p:ph type="title" idx="0"/>
          </p:nvPr>
        </p:nvSpPr>
        <p:spPr>
          <a:xfrm>
            <a:off x="762000" y="571500"/>
            <a:ext cx="10668000" cy="1219200"/>
          </a:xfrm>
          <a:prstGeom prst="rect">
            <a:avLst/>
          </a:prstGeom>
          <a:noFill/>
          <a:ln w="0">
            <a:noFill/>
          </a:ln>
        </p:spPr>
        <p:txBody>
          <a:bodyPr wrap="square" lIns="0" rIns="0" t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r>
              <a:t>Click to edit title</a:t>
            </a:r>
          </a:p>
        </p:txBody>
      </p:sp>
      <p:sp>
        <p:nvSpPr>
          <p:cNvPr id="3" name="slot:caption"/>
          <p:cNvSpPr>
            <a:spLocks noGrp="1"/>
          </p:cNvSpPr>
          <p:nvPr>
            <p:ph type="body" idx="1"/>
          </p:nvPr>
        </p:nvSpPr>
        <p:spPr>
          <a:xfrm>
            <a:off x="762000" y="5543550"/>
            <a:ext cx="10668000" cy="361950"/>
          </a:xfrm>
          <a:prstGeom prst="rect">
            <a:avLst/>
          </a:prstGeom>
          <a:noFill/>
          <a:ln w="0">
            <a:noFill/>
          </a:ln>
        </p:spPr>
        <p:txBody>
          <a:bodyPr wrap="square" lIns="0" rIns="0" tIns="0" bIns="0" anchor="t">
            <a:noAutofit/>
          </a:bodyPr>
          <a:lstStyle>
            <a:defPPr algn="l">
              <a:buNone/>
              <a:defRPr sz="1800" b="0">
                <a:solidFill>
                  <a:srgbClr val="52677A"/>
                </a:solidFill>
                <a:latin typeface="+mn-lt"/>
                <a:ea typeface="+mn-ea"/>
                <a:cs typeface="+mn-cs"/>
              </a:defRPr>
            </a:defPPr>
            <a:lvl1pPr algn="l">
              <a:buNone/>
              <a:defRPr sz="2000" b="0">
                <a:solidFill>
                  <a:srgbClr val="52677A"/>
                </a:solidFill>
                <a:latin typeface="+mn-lt"/>
                <a:ea typeface="+mn-ea"/>
                <a:cs typeface="+mn-cs"/>
              </a:defRPr>
            </a:lvl1pPr>
            <a:lvl2pPr algn="l">
              <a:buNone/>
              <a:defRPr sz="20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r>
              <a:t>Click to edit caption</a:t>
            </a:r>
          </a:p>
        </p:txBody>
      </p:sp>
      <p:sp>
        <p:nvSpPr>
          <p:cNvPr id="4" name="slot:evidence"/>
          <p:cNvSpPr>
            <a:spLocks noGrp="1"/>
          </p:cNvSpPr>
          <p:nvPr>
            <p:ph type="tbl" idx="2"/>
          </p:nvPr>
        </p:nvSpPr>
        <p:spPr>
          <a:xfrm>
            <a:off x="762000" y="2362200"/>
            <a:ext cx="10668000" cy="2857500"/>
          </a:xfrm>
          <a:prstGeom prst="rect">
            <a:avLst/>
          </a:prstGeom>
          <a:noFill/>
          <a:ln w="0">
            <a:noFill/>
          </a:ln>
        </p:spPr>
        <p:txBody>
          <a:bodyPr wrap="square" lIns="0" rIns="0" tIns="0" bIns="0" anchor="t">
            <a:noAutofit/>
          </a:bodyPr>
          <a:lstStyle>
            <a:defPPr algn="l">
              <a:buNone/>
              <a:defRPr sz="1800" b="0">
                <a:solidFill>
                  <a:srgbClr val="182C3F"/>
                </a:solidFill>
                <a:latin typeface="+mn-lt"/>
                <a:ea typeface="+mn-ea"/>
                <a:cs typeface="+mn-cs"/>
              </a:defRPr>
            </a:defPPr>
            <a:lvl1pPr algn="l">
              <a:buNone/>
              <a:defRPr sz="1800" b="0">
                <a:solidFill>
                  <a:srgbClr val="182C3F"/>
                </a:solidFill>
                <a:latin typeface="+mn-lt"/>
                <a:ea typeface="+mn-ea"/>
                <a:cs typeface="+mn-cs"/>
              </a:defRPr>
            </a:lvl1pPr>
            <a:lvl2pPr algn="l">
              <a:buNone/>
              <a:defRPr sz="1800" b="0">
                <a:solidFill>
                  <a:srgbClr val="182C3F"/>
                </a:solidFill>
                <a:latin typeface="+mn-lt"/>
                <a:ea typeface="+mn-ea"/>
                <a:cs typeface="+mn-cs"/>
              </a:defRPr>
            </a:lvl2pPr>
            <a:lvl3pPr algn="l">
              <a:buNone/>
              <a:defRPr sz="1800" b="0">
                <a:solidFill>
                  <a:srgbClr val="182C3F"/>
                </a:solidFill>
                <a:latin typeface="+mn-lt"/>
                <a:ea typeface="+mn-ea"/>
                <a:cs typeface="+mn-cs"/>
              </a:defRPr>
            </a:lvl3pPr>
            <a:lvl4pPr algn="l">
              <a:buNone/>
              <a:defRPr sz="1800" b="0">
                <a:solidFill>
                  <a:srgbClr val="182C3F"/>
                </a:solidFill>
                <a:latin typeface="+mn-lt"/>
                <a:ea typeface="+mn-ea"/>
                <a:cs typeface="+mn-cs"/>
              </a:defRPr>
            </a:lvl4pPr>
            <a:lvl5pPr algn="l">
              <a:buNone/>
              <a:defRPr sz="1800" b="0">
                <a:solidFill>
                  <a:srgbClr val="182C3F"/>
                </a:solidFill>
                <a:latin typeface="+mn-lt"/>
                <a:ea typeface="+mn-ea"/>
                <a:cs typeface="+mn-cs"/>
              </a:defRPr>
            </a:lvl5pPr>
            <a:lvl6pPr algn="l">
              <a:buNone/>
              <a:defRPr sz="1800" b="0">
                <a:solidFill>
                  <a:srgbClr val="182C3F"/>
                </a:solidFill>
                <a:latin typeface="+mn-lt"/>
                <a:ea typeface="+mn-ea"/>
                <a:cs typeface="+mn-cs"/>
              </a:defRPr>
            </a:lvl6pPr>
            <a:lvl7pPr algn="l">
              <a:buNone/>
              <a:defRPr sz="1800" b="0">
                <a:solidFill>
                  <a:srgbClr val="182C3F"/>
                </a:solidFill>
                <a:latin typeface="+mn-lt"/>
                <a:ea typeface="+mn-ea"/>
                <a:cs typeface="+mn-cs"/>
              </a:defRPr>
            </a:lvl7pPr>
            <a:lvl8pPr algn="l">
              <a:buNone/>
              <a:defRPr sz="1800" b="0">
                <a:solidFill>
                  <a:srgbClr val="182C3F"/>
                </a:solidFill>
                <a:latin typeface="+mn-lt"/>
                <a:ea typeface="+mn-ea"/>
                <a:cs typeface="+mn-cs"/>
              </a:defRPr>
            </a:lvl8pPr>
            <a:lvl9pPr algn="l">
              <a:buNone/>
              <a:defRPr sz="1800" b="0">
                <a:solidFill>
                  <a:srgbClr val="182C3F"/>
                </a:solidFill>
                <a:latin typeface="+mn-lt"/>
                <a:ea typeface="+mn-ea"/>
                <a:cs typeface="+mn-cs"/>
              </a:defRPr>
            </a:lvl9pPr>
          </a:lstStyle>
          <a:p>
            <a:pPr lvl="0"/>
            <a:r>
              <a:t>Click to edit evidence</a:t>
            </a:r>
          </a:p>
        </p:txBody>
      </p:sp>
      <p:sp>
        <p:nvSpPr>
          <p:cNvPr id="5" name="footer-affiliation"/>
          <p:cNvSpPr>
            <a:spLocks xmlns:a="http://schemas.openxmlformats.org/drawingml/2006/main" noGrp="1"/>
          </p:cNvSpPr>
          <p:nvPr>
            <p:ph type="ftr" idx="90"/>
          </p:nvPr>
        </p:nvSpPr>
        <p:spPr>
          <a:xfrm xmlns:a="http://schemas.openxmlformats.org/drawingml/2006/main">
            <a:off x="762000" y="63055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xmlns:a="http://schemas.openxmlformats.org/drawingml/2006/main">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6" name="footer-page"/>
          <p:cNvSpPr>
            <a:spLocks xmlns:a="http://schemas.openxmlformats.org/drawingml/2006/main" noGrp="1"/>
          </p:cNvSpPr>
          <p:nvPr>
            <p:ph type="sldNum" idx="91"/>
          </p:nvPr>
        </p:nvSpPr>
        <p:spPr>
          <a:xfrm xmlns:a="http://schemas.openxmlformats.org/drawingml/2006/main">
            <a:off x="10839450" y="6305550"/>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xmlns:a="http://schemas.openxmlformats.org/drawingml/2006/main">
            <a:pPr algn="r">
              <a:defRPr sz="1100" b="0">
                <a:solidFill>
                  <a:srgbClr val="52677A"/>
                </a:solidFill>
                <a:latin typeface="Arial"/>
                <a:ea typeface="Arial"/>
                <a:cs typeface="Arial"/>
              </a:defRPr>
            </a:pPr>
            <a:fld id="{51FBCCFA-E317-44E1-AF02-1E2D3E312145}" type="slidenum">
              <a:rPr sz="1100" b="0">
                <a:solidFill>
                  <a:srgbClr val="52677A"/>
                </a:solidFill>
                <a:latin typeface="Arial"/>
                <a:ea typeface="Arial"/>
                <a:cs typeface="Arial"/>
              </a:rPr>
              <a:t>1</a:t>
            </a:fld>
          </a:p>
        </p:txBody>
      </p:sp>
    </p:spTree>
  </p:cSld>
  <p:clrMapOvr>
    <a:masterClrMapping/>
  </p:clrMapOvr>
  <p:hf hdr="0" ftr="1" dt="0" sldNum="1"/>
</p:sldLayout>
</file>

<file path=ppt/slideLayouts/slideLayoutAcademic14.xml><?xml version="1.0" encoding="utf-8"?>
<p:sldLayout xmlns:p="http://schemas.openxmlformats.org/presentationml/2006/main" xmlns:a="http://schemas.openxmlformats.org/drawingml/2006/main" xmlns:r="http://schemas.openxmlformats.org/officeDocument/2006/relationships" type="cust" preserve="1">
  <p:cSld name="14 Case comparison">
    <p:bg>
      <p:bgPr>
        <a:solidFill>
          <a:srgbClr val="FFFFFF"/>
        </a:solidFill>
      </p:bgPr>
    </p:bg>
    <p:spTree>
      <p:nvGrpSpPr>
        <p:cNvPr id="1" name=""/>
        <p:cNvGrpSpPr/>
        <p:nvPr/>
      </p:nvGrpSpPr>
      <p:grpSpPr>
        <a:xfrm/>
      </p:grpSpPr>
      <p:sp>
        <p:nvSpPr>
          <p:cNvPr id="2" name="slot:title"/>
          <p:cNvSpPr>
            <a:spLocks noGrp="1"/>
          </p:cNvSpPr>
          <p:nvPr>
            <p:ph type="title" idx="0"/>
          </p:nvPr>
        </p:nvSpPr>
        <p:spPr>
          <a:xfrm>
            <a:off x="762000" y="571500"/>
            <a:ext cx="10668000" cy="1219200"/>
          </a:xfrm>
          <a:prstGeom prst="rect">
            <a:avLst/>
          </a:prstGeom>
          <a:noFill/>
          <a:ln w="0">
            <a:noFill/>
          </a:ln>
        </p:spPr>
        <p:txBody>
          <a:bodyPr wrap="square" lIns="0" rIns="0" t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r>
              <a:t>Click to edit title</a:t>
            </a:r>
          </a:p>
        </p:txBody>
      </p:sp>
      <p:sp>
        <p:nvSpPr>
          <p:cNvPr id="3" name="slot:label-original"/>
          <p:cNvSpPr>
            <a:spLocks noGrp="1"/>
          </p:cNvSpPr>
          <p:nvPr>
            <p:ph type="body" idx="1"/>
          </p:nvPr>
        </p:nvSpPr>
        <p:spPr>
          <a:xfrm>
            <a:off x="762000" y="2095500"/>
            <a:ext cx="5105400" cy="457200"/>
          </a:xfrm>
          <a:prstGeom prst="rect">
            <a:avLst/>
          </a:prstGeom>
          <a:noFill/>
          <a:ln w="0">
            <a:noFill/>
          </a:ln>
        </p:spPr>
        <p:txBody>
          <a:bodyPr wrap="square" lIns="0" rIns="0" tIns="0" bIns="0" anchor="t">
            <a:noAutofit/>
          </a:bodyPr>
          <a:lstStyle>
            <a:defPPr algn="l">
              <a:buNone/>
              <a:defRPr sz="2600" b="1">
                <a:solidFill>
                  <a:srgbClr val="182C3F"/>
                </a:solidFill>
                <a:latin typeface="+mn-lt"/>
                <a:ea typeface="+mn-ea"/>
                <a:cs typeface="+mn-cs"/>
              </a:defRPr>
            </a:defPPr>
            <a:lvl1pPr algn="l">
              <a:buNone/>
              <a:defRPr sz="2600" b="1">
                <a:solidFill>
                  <a:srgbClr val="182C3F"/>
                </a:solidFill>
                <a:latin typeface="+mn-lt"/>
                <a:ea typeface="+mn-ea"/>
                <a:cs typeface="+mn-cs"/>
              </a:defRPr>
            </a:lvl1pPr>
            <a:lvl2pPr algn="l">
              <a:buNone/>
              <a:defRPr sz="2400" b="1">
                <a:solidFill>
                  <a:srgbClr val="182C3F"/>
                </a:solidFill>
                <a:latin typeface="+mn-lt"/>
                <a:ea typeface="+mn-ea"/>
                <a:cs typeface="+mn-cs"/>
              </a:defRPr>
            </a:lvl2pPr>
            <a:lvl3pPr algn="l">
              <a:buNone/>
              <a:defRPr sz="2200" b="1">
                <a:solidFill>
                  <a:srgbClr val="182C3F"/>
                </a:solidFill>
                <a:latin typeface="+mn-lt"/>
                <a:ea typeface="+mn-ea"/>
                <a:cs typeface="+mn-cs"/>
              </a:defRPr>
            </a:lvl3pPr>
            <a:lvl4pPr algn="l">
              <a:buNone/>
              <a:defRPr sz="2000" b="1">
                <a:solidFill>
                  <a:srgbClr val="182C3F"/>
                </a:solidFill>
                <a:latin typeface="+mn-lt"/>
                <a:ea typeface="+mn-ea"/>
                <a:cs typeface="+mn-cs"/>
              </a:defRPr>
            </a:lvl4pPr>
            <a:lvl5pPr algn="l">
              <a:buNone/>
              <a:defRPr sz="2000" b="1">
                <a:solidFill>
                  <a:srgbClr val="182C3F"/>
                </a:solidFill>
                <a:latin typeface="+mn-lt"/>
                <a:ea typeface="+mn-ea"/>
                <a:cs typeface="+mn-cs"/>
              </a:defRPr>
            </a:lvl5pPr>
            <a:lvl6pPr algn="l">
              <a:buNone/>
              <a:defRPr sz="2000" b="1">
                <a:solidFill>
                  <a:srgbClr val="182C3F"/>
                </a:solidFill>
                <a:latin typeface="+mn-lt"/>
                <a:ea typeface="+mn-ea"/>
                <a:cs typeface="+mn-cs"/>
              </a:defRPr>
            </a:lvl6pPr>
            <a:lvl7pPr algn="l">
              <a:buNone/>
              <a:defRPr sz="2000" b="1">
                <a:solidFill>
                  <a:srgbClr val="182C3F"/>
                </a:solidFill>
                <a:latin typeface="+mn-lt"/>
                <a:ea typeface="+mn-ea"/>
                <a:cs typeface="+mn-cs"/>
              </a:defRPr>
            </a:lvl7pPr>
            <a:lvl8pPr algn="l">
              <a:buNone/>
              <a:defRPr sz="2000" b="1">
                <a:solidFill>
                  <a:srgbClr val="182C3F"/>
                </a:solidFill>
                <a:latin typeface="+mn-lt"/>
                <a:ea typeface="+mn-ea"/>
                <a:cs typeface="+mn-cs"/>
              </a:defRPr>
            </a:lvl8pPr>
            <a:lvl9pPr algn="l">
              <a:buNone/>
              <a:defRPr sz="2000" b="1">
                <a:solidFill>
                  <a:srgbClr val="182C3F"/>
                </a:solidFill>
                <a:latin typeface="+mn-lt"/>
                <a:ea typeface="+mn-ea"/>
                <a:cs typeface="+mn-cs"/>
              </a:defRPr>
            </a:lvl9pPr>
          </a:lstStyle>
          <a:p>
            <a:pPr lvl="0"/>
            <a:r>
              <a:t>Click to edit label-original</a:t>
            </a:r>
          </a:p>
        </p:txBody>
      </p:sp>
      <p:sp>
        <p:nvSpPr>
          <p:cNvPr id="4" name="slot:original"/>
          <p:cNvSpPr>
            <a:spLocks noGrp="1"/>
          </p:cNvSpPr>
          <p:nvPr>
            <p:ph type="body" idx="2"/>
          </p:nvPr>
        </p:nvSpPr>
        <p:spPr>
          <a:xfrm>
            <a:off x="762000" y="3000375"/>
            <a:ext cx="5105400" cy="1238250"/>
          </a:xfrm>
          <a:prstGeom prst="rect">
            <a:avLst/>
          </a:prstGeom>
          <a:noFill/>
          <a:ln w="0">
            <a:noFill/>
          </a:ln>
        </p:spPr>
        <p:txBody>
          <a:bodyPr wrap="square" lIns="0" rIns="0" tIns="0" bIns="0" anchor="t">
            <a:noAutofit/>
          </a:bodyPr>
          <a:lstStyle>
            <a:defPPr algn="l">
              <a:buNone/>
              <a:defRPr sz="2400" b="0">
                <a:solidFill>
                  <a:srgbClr val="182C3F"/>
                </a:solidFill>
                <a:latin typeface="+mn-lt"/>
                <a:ea typeface="+mn-ea"/>
                <a:cs typeface="+mn-cs"/>
              </a:defRPr>
            </a:defPPr>
            <a:lvl1pPr algn="l">
              <a:buNone/>
              <a:defRPr sz="2400" b="0">
                <a:solidFill>
                  <a:srgbClr val="182C3F"/>
                </a:solidFill>
                <a:latin typeface="+mn-lt"/>
                <a:ea typeface="+mn-ea"/>
                <a:cs typeface="+mn-cs"/>
              </a:defRPr>
            </a:lvl1pPr>
            <a:lvl2pPr algn="l">
              <a:buNone/>
              <a:defRPr sz="22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r>
              <a:t>Click to edit original</a:t>
            </a:r>
          </a:p>
        </p:txBody>
      </p:sp>
      <p:sp>
        <p:nvSpPr>
          <p:cNvPr id="5" name="slot:label-revised"/>
          <p:cNvSpPr>
            <a:spLocks noGrp="1"/>
          </p:cNvSpPr>
          <p:nvPr>
            <p:ph type="body" idx="3"/>
          </p:nvPr>
        </p:nvSpPr>
        <p:spPr>
          <a:xfrm>
            <a:off x="6324600" y="2095500"/>
            <a:ext cx="5105400" cy="457200"/>
          </a:xfrm>
          <a:prstGeom prst="rect">
            <a:avLst/>
          </a:prstGeom>
          <a:noFill/>
          <a:ln w="0">
            <a:noFill/>
          </a:ln>
        </p:spPr>
        <p:txBody>
          <a:bodyPr wrap="square" lIns="0" rIns="0" tIns="0" bIns="0" anchor="t">
            <a:noAutofit/>
          </a:bodyPr>
          <a:lstStyle>
            <a:defPPr algn="l">
              <a:buNone/>
              <a:defRPr sz="2600" b="1">
                <a:solidFill>
                  <a:srgbClr val="182C3F"/>
                </a:solidFill>
                <a:latin typeface="+mn-lt"/>
                <a:ea typeface="+mn-ea"/>
                <a:cs typeface="+mn-cs"/>
              </a:defRPr>
            </a:defPPr>
            <a:lvl1pPr algn="l">
              <a:buNone/>
              <a:defRPr sz="2600" b="1">
                <a:solidFill>
                  <a:srgbClr val="182C3F"/>
                </a:solidFill>
                <a:latin typeface="+mn-lt"/>
                <a:ea typeface="+mn-ea"/>
                <a:cs typeface="+mn-cs"/>
              </a:defRPr>
            </a:lvl1pPr>
            <a:lvl2pPr algn="l">
              <a:buNone/>
              <a:defRPr sz="2400" b="1">
                <a:solidFill>
                  <a:srgbClr val="182C3F"/>
                </a:solidFill>
                <a:latin typeface="+mn-lt"/>
                <a:ea typeface="+mn-ea"/>
                <a:cs typeface="+mn-cs"/>
              </a:defRPr>
            </a:lvl2pPr>
            <a:lvl3pPr algn="l">
              <a:buNone/>
              <a:defRPr sz="2200" b="1">
                <a:solidFill>
                  <a:srgbClr val="182C3F"/>
                </a:solidFill>
                <a:latin typeface="+mn-lt"/>
                <a:ea typeface="+mn-ea"/>
                <a:cs typeface="+mn-cs"/>
              </a:defRPr>
            </a:lvl3pPr>
            <a:lvl4pPr algn="l">
              <a:buNone/>
              <a:defRPr sz="2000" b="1">
                <a:solidFill>
                  <a:srgbClr val="182C3F"/>
                </a:solidFill>
                <a:latin typeface="+mn-lt"/>
                <a:ea typeface="+mn-ea"/>
                <a:cs typeface="+mn-cs"/>
              </a:defRPr>
            </a:lvl4pPr>
            <a:lvl5pPr algn="l">
              <a:buNone/>
              <a:defRPr sz="2000" b="1">
                <a:solidFill>
                  <a:srgbClr val="182C3F"/>
                </a:solidFill>
                <a:latin typeface="+mn-lt"/>
                <a:ea typeface="+mn-ea"/>
                <a:cs typeface="+mn-cs"/>
              </a:defRPr>
            </a:lvl5pPr>
            <a:lvl6pPr algn="l">
              <a:buNone/>
              <a:defRPr sz="2000" b="1">
                <a:solidFill>
                  <a:srgbClr val="182C3F"/>
                </a:solidFill>
                <a:latin typeface="+mn-lt"/>
                <a:ea typeface="+mn-ea"/>
                <a:cs typeface="+mn-cs"/>
              </a:defRPr>
            </a:lvl6pPr>
            <a:lvl7pPr algn="l">
              <a:buNone/>
              <a:defRPr sz="2000" b="1">
                <a:solidFill>
                  <a:srgbClr val="182C3F"/>
                </a:solidFill>
                <a:latin typeface="+mn-lt"/>
                <a:ea typeface="+mn-ea"/>
                <a:cs typeface="+mn-cs"/>
              </a:defRPr>
            </a:lvl7pPr>
            <a:lvl8pPr algn="l">
              <a:buNone/>
              <a:defRPr sz="2000" b="1">
                <a:solidFill>
                  <a:srgbClr val="182C3F"/>
                </a:solidFill>
                <a:latin typeface="+mn-lt"/>
                <a:ea typeface="+mn-ea"/>
                <a:cs typeface="+mn-cs"/>
              </a:defRPr>
            </a:lvl8pPr>
            <a:lvl9pPr algn="l">
              <a:buNone/>
              <a:defRPr sz="2000" b="1">
                <a:solidFill>
                  <a:srgbClr val="182C3F"/>
                </a:solidFill>
                <a:latin typeface="+mn-lt"/>
                <a:ea typeface="+mn-ea"/>
                <a:cs typeface="+mn-cs"/>
              </a:defRPr>
            </a:lvl9pPr>
          </a:lstStyle>
          <a:p>
            <a:pPr lvl="0"/>
            <a:r>
              <a:t>Click to edit label-revised</a:t>
            </a:r>
          </a:p>
        </p:txBody>
      </p:sp>
      <p:sp>
        <p:nvSpPr>
          <p:cNvPr id="6" name="slot:revised"/>
          <p:cNvSpPr>
            <a:spLocks noGrp="1"/>
          </p:cNvSpPr>
          <p:nvPr>
            <p:ph type="body" idx="4"/>
          </p:nvPr>
        </p:nvSpPr>
        <p:spPr>
          <a:xfrm>
            <a:off x="6324600" y="3000375"/>
            <a:ext cx="5105400" cy="1333500"/>
          </a:xfrm>
          <a:prstGeom prst="rect">
            <a:avLst/>
          </a:prstGeom>
          <a:noFill/>
          <a:ln w="0">
            <a:noFill/>
          </a:ln>
        </p:spPr>
        <p:txBody>
          <a:bodyPr wrap="square" lIns="0" rIns="0" tIns="0" bIns="0" anchor="t">
            <a:noAutofit/>
          </a:bodyPr>
          <a:lstStyle>
            <a:defPPr algn="l">
              <a:buNone/>
              <a:defRPr sz="2400" b="0">
                <a:solidFill>
                  <a:srgbClr val="182C3F"/>
                </a:solidFill>
                <a:latin typeface="+mn-lt"/>
                <a:ea typeface="+mn-ea"/>
                <a:cs typeface="+mn-cs"/>
              </a:defRPr>
            </a:defPPr>
            <a:lvl1pPr algn="l">
              <a:buNone/>
              <a:defRPr sz="2400" b="0">
                <a:solidFill>
                  <a:srgbClr val="182C3F"/>
                </a:solidFill>
                <a:latin typeface="+mn-lt"/>
                <a:ea typeface="+mn-ea"/>
                <a:cs typeface="+mn-cs"/>
              </a:defRPr>
            </a:lvl1pPr>
            <a:lvl2pPr algn="l">
              <a:buNone/>
              <a:defRPr sz="22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r>
              <a:t>Click to edit revised</a:t>
            </a:r>
          </a:p>
        </p:txBody>
      </p:sp>
      <p:sp>
        <p:nvSpPr>
          <p:cNvPr id="7" name="slot:caption"/>
          <p:cNvSpPr>
            <a:spLocks noGrp="1"/>
          </p:cNvSpPr>
          <p:nvPr>
            <p:ph type="body" idx="5"/>
          </p:nvPr>
        </p:nvSpPr>
        <p:spPr>
          <a:xfrm>
            <a:off x="762000" y="5410200"/>
            <a:ext cx="10668000" cy="514350"/>
          </a:xfrm>
          <a:prstGeom prst="rect">
            <a:avLst/>
          </a:prstGeom>
          <a:noFill/>
          <a:ln w="0">
            <a:noFill/>
          </a:ln>
        </p:spPr>
        <p:txBody>
          <a:bodyPr wrap="square" lIns="0" rIns="0" tIns="0" bIns="0" anchor="t">
            <a:noAutofit/>
          </a:bodyPr>
          <a:lstStyle>
            <a:defPPr algn="l">
              <a:buNone/>
              <a:defRPr sz="1800" b="0">
                <a:solidFill>
                  <a:srgbClr val="52677A"/>
                </a:solidFill>
                <a:latin typeface="+mn-lt"/>
                <a:ea typeface="+mn-ea"/>
                <a:cs typeface="+mn-cs"/>
              </a:defRPr>
            </a:defPPr>
            <a:lvl1pPr algn="l">
              <a:buNone/>
              <a:defRPr sz="2000" b="0">
                <a:solidFill>
                  <a:srgbClr val="52677A"/>
                </a:solidFill>
                <a:latin typeface="+mn-lt"/>
                <a:ea typeface="+mn-ea"/>
                <a:cs typeface="+mn-cs"/>
              </a:defRPr>
            </a:lvl1pPr>
            <a:lvl2pPr algn="l">
              <a:buNone/>
              <a:defRPr sz="20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r>
              <a:t>Click to edit caption</a:t>
            </a:r>
          </a:p>
        </p:txBody>
      </p:sp>
      <p:sp>
        <p:nvSpPr>
          <p:cNvPr id="8" name="footer-affiliation"/>
          <p:cNvSpPr>
            <a:spLocks xmlns:a="http://schemas.openxmlformats.org/drawingml/2006/main" noGrp="1"/>
          </p:cNvSpPr>
          <p:nvPr>
            <p:ph type="ftr" idx="90"/>
          </p:nvPr>
        </p:nvSpPr>
        <p:spPr>
          <a:xfrm xmlns:a="http://schemas.openxmlformats.org/drawingml/2006/main">
            <a:off x="762000" y="63055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xmlns:a="http://schemas.openxmlformats.org/drawingml/2006/main">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9" name="footer-page"/>
          <p:cNvSpPr>
            <a:spLocks xmlns:a="http://schemas.openxmlformats.org/drawingml/2006/main" noGrp="1"/>
          </p:cNvSpPr>
          <p:nvPr>
            <p:ph type="sldNum" idx="91"/>
          </p:nvPr>
        </p:nvSpPr>
        <p:spPr>
          <a:xfrm xmlns:a="http://schemas.openxmlformats.org/drawingml/2006/main">
            <a:off x="10839450" y="6305550"/>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xmlns:a="http://schemas.openxmlformats.org/drawingml/2006/main">
            <a:pPr algn="r">
              <a:defRPr sz="1100" b="0">
                <a:solidFill>
                  <a:srgbClr val="52677A"/>
                </a:solidFill>
                <a:latin typeface="Arial"/>
                <a:ea typeface="Arial"/>
                <a:cs typeface="Arial"/>
              </a:defRPr>
            </a:pPr>
            <a:fld id="{90C4B477-32D9-4020-98D1-9565EA72A6EA}" type="slidenum">
              <a:rPr sz="1100" b="0">
                <a:solidFill>
                  <a:srgbClr val="52677A"/>
                </a:solidFill>
                <a:latin typeface="Arial"/>
                <a:ea typeface="Arial"/>
                <a:cs typeface="Arial"/>
              </a:rPr>
              <a:t>1</a:t>
            </a:fld>
          </a:p>
        </p:txBody>
      </p:sp>
    </p:spTree>
  </p:cSld>
  <p:clrMapOvr>
    <a:masterClrMapping/>
  </p:clrMapOvr>
  <p:hf hdr="0" ftr="1" dt="0" sldNum="1"/>
</p:sldLayout>
</file>

<file path=ppt/slideLayouts/slideLayoutAcademic15.xml><?xml version="1.0" encoding="utf-8"?>
<p:sldLayout xmlns:p="http://schemas.openxmlformats.org/presentationml/2006/main" xmlns:a="http://schemas.openxmlformats.org/drawingml/2006/main" xmlns:r="http://schemas.openxmlformats.org/officeDocument/2006/relationships" type="cust" preserve="1">
  <p:cSld name="15 Equation and definitions">
    <p:bg>
      <p:bgPr>
        <a:solidFill>
          <a:srgbClr val="FFFFFF"/>
        </a:solidFill>
      </p:bgPr>
    </p:bg>
    <p:spTree>
      <p:nvGrpSpPr>
        <p:cNvPr id="1" name=""/>
        <p:cNvGrpSpPr/>
        <p:nvPr/>
      </p:nvGrpSpPr>
      <p:grpSpPr>
        <a:xfrm/>
      </p:grpSpPr>
      <p:sp>
        <p:nvSpPr>
          <p:cNvPr id="2" name="slot:title"/>
          <p:cNvSpPr>
            <a:spLocks noGrp="1"/>
          </p:cNvSpPr>
          <p:nvPr>
            <p:ph type="title" idx="0"/>
          </p:nvPr>
        </p:nvSpPr>
        <p:spPr>
          <a:xfrm>
            <a:off x="762000" y="571500"/>
            <a:ext cx="10668000" cy="1219200"/>
          </a:xfrm>
          <a:prstGeom prst="rect">
            <a:avLst/>
          </a:prstGeom>
          <a:noFill/>
          <a:ln w="0">
            <a:noFill/>
          </a:ln>
        </p:spPr>
        <p:txBody>
          <a:bodyPr wrap="square" lIns="0" rIns="0" t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r>
              <a:t>Click to edit title</a:t>
            </a:r>
          </a:p>
        </p:txBody>
      </p:sp>
      <p:sp>
        <p:nvSpPr>
          <p:cNvPr id="3" name="slot:equation"/>
          <p:cNvSpPr>
            <a:spLocks noGrp="1"/>
          </p:cNvSpPr>
          <p:nvPr>
            <p:ph type="body" idx="1"/>
          </p:nvPr>
        </p:nvSpPr>
        <p:spPr>
          <a:xfrm>
            <a:off x="762000" y="2400300"/>
            <a:ext cx="10668000" cy="914400"/>
          </a:xfrm>
          <a:prstGeom prst="rect">
            <a:avLst/>
          </a:prstGeom>
          <a:noFill/>
          <a:ln w="0">
            <a:noFill/>
          </a:ln>
        </p:spPr>
        <p:txBody>
          <a:bodyPr wrap="square" lIns="0" rIns="0" tIns="0" bIns="0" anchor="t">
            <a:noAutofit/>
          </a:bodyPr>
          <a:lstStyle>
            <a:defPPr algn="l">
              <a:buNone/>
              <a:defRPr sz="3200" b="0">
                <a:solidFill>
                  <a:srgbClr val="142D45"/>
                </a:solidFill>
                <a:latin typeface="Cambria Math"/>
                <a:ea typeface="+mn-ea"/>
                <a:cs typeface="+mn-cs"/>
              </a:defRPr>
            </a:defPPr>
            <a:lvl1pPr algn="l">
              <a:buNone/>
              <a:defRPr sz="3200" b="0">
                <a:solidFill>
                  <a:srgbClr val="142D45"/>
                </a:solidFill>
                <a:latin typeface="Cambria Math"/>
                <a:ea typeface="+mn-ea"/>
                <a:cs typeface="+mn-cs"/>
              </a:defRPr>
            </a:lvl1pPr>
            <a:lvl2pPr algn="l">
              <a:buNone/>
              <a:defRPr sz="3000" b="0">
                <a:solidFill>
                  <a:srgbClr val="142D45"/>
                </a:solidFill>
                <a:latin typeface="Cambria Math"/>
                <a:ea typeface="+mn-ea"/>
                <a:cs typeface="+mn-cs"/>
              </a:defRPr>
            </a:lvl2pPr>
            <a:lvl3pPr algn="l">
              <a:buNone/>
              <a:defRPr sz="2800" b="0">
                <a:solidFill>
                  <a:srgbClr val="142D45"/>
                </a:solidFill>
                <a:latin typeface="Cambria Math"/>
                <a:ea typeface="+mn-ea"/>
                <a:cs typeface="+mn-cs"/>
              </a:defRPr>
            </a:lvl3pPr>
            <a:lvl4pPr algn="l">
              <a:buNone/>
              <a:defRPr sz="2600" b="0">
                <a:solidFill>
                  <a:srgbClr val="142D45"/>
                </a:solidFill>
                <a:latin typeface="Cambria Math"/>
                <a:ea typeface="+mn-ea"/>
                <a:cs typeface="+mn-cs"/>
              </a:defRPr>
            </a:lvl4pPr>
            <a:lvl5pPr algn="l">
              <a:buNone/>
              <a:defRPr sz="2400" b="0">
                <a:solidFill>
                  <a:srgbClr val="142D45"/>
                </a:solidFill>
                <a:latin typeface="Cambria Math"/>
                <a:ea typeface="+mn-ea"/>
                <a:cs typeface="+mn-cs"/>
              </a:defRPr>
            </a:lvl5pPr>
            <a:lvl6pPr algn="l">
              <a:buNone/>
              <a:defRPr sz="2200" b="0">
                <a:solidFill>
                  <a:srgbClr val="142D45"/>
                </a:solidFill>
                <a:latin typeface="Cambria Math"/>
                <a:ea typeface="+mn-ea"/>
                <a:cs typeface="+mn-cs"/>
              </a:defRPr>
            </a:lvl6pPr>
            <a:lvl7pPr algn="l">
              <a:buNone/>
              <a:defRPr sz="2000" b="0">
                <a:solidFill>
                  <a:srgbClr val="142D45"/>
                </a:solidFill>
                <a:latin typeface="Cambria Math"/>
                <a:ea typeface="+mn-ea"/>
                <a:cs typeface="+mn-cs"/>
              </a:defRPr>
            </a:lvl7pPr>
            <a:lvl8pPr algn="l">
              <a:buNone/>
              <a:defRPr sz="2000" b="0">
                <a:solidFill>
                  <a:srgbClr val="142D45"/>
                </a:solidFill>
                <a:latin typeface="Cambria Math"/>
                <a:ea typeface="+mn-ea"/>
                <a:cs typeface="+mn-cs"/>
              </a:defRPr>
            </a:lvl8pPr>
            <a:lvl9pPr algn="l">
              <a:buNone/>
              <a:defRPr sz="2000" b="0">
                <a:solidFill>
                  <a:srgbClr val="142D45"/>
                </a:solidFill>
                <a:latin typeface="Cambria Math"/>
                <a:ea typeface="+mn-ea"/>
                <a:cs typeface="+mn-cs"/>
              </a:defRPr>
            </a:lvl9pPr>
          </a:lstStyle>
          <a:p>
            <a:pPr lvl="0"/>
            <a:r>
              <a:t>Click to edit equation</a:t>
            </a:r>
          </a:p>
        </p:txBody>
      </p:sp>
      <p:sp>
        <p:nvSpPr>
          <p:cNvPr id="4" name="slot:definitions"/>
          <p:cNvSpPr>
            <a:spLocks noGrp="1"/>
          </p:cNvSpPr>
          <p:nvPr>
            <p:ph type="body" idx="2"/>
          </p:nvPr>
        </p:nvSpPr>
        <p:spPr>
          <a:xfrm>
            <a:off x="762000" y="4095750"/>
            <a:ext cx="10668000" cy="1295400"/>
          </a:xfrm>
          <a:prstGeom prst="rect">
            <a:avLst/>
          </a:prstGeom>
          <a:noFill/>
          <a:ln w="0">
            <a:noFill/>
          </a:ln>
        </p:spPr>
        <p:txBody>
          <a:bodyPr wrap="square" lIns="0" rIns="0" tIns="0" bIns="0" anchor="t">
            <a:noAutofit/>
          </a:bodyPr>
          <a:lstStyle>
            <a:defPPr algn="l">
              <a:buNone/>
              <a:defRPr sz="2400" b="0">
                <a:solidFill>
                  <a:srgbClr val="182C3F"/>
                </a:solidFill>
                <a:latin typeface="+mn-lt"/>
                <a:ea typeface="+mn-ea"/>
                <a:cs typeface="+mn-cs"/>
              </a:defRPr>
            </a:defPPr>
            <a:lvl1pPr algn="l">
              <a:buNone/>
              <a:defRPr sz="2400" b="0">
                <a:solidFill>
                  <a:srgbClr val="182C3F"/>
                </a:solidFill>
                <a:latin typeface="+mn-lt"/>
                <a:ea typeface="+mn-ea"/>
                <a:cs typeface="+mn-cs"/>
              </a:defRPr>
            </a:lvl1pPr>
            <a:lvl2pPr algn="l">
              <a:buNone/>
              <a:defRPr sz="22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r>
              <a:t>Click to edit definitions</a:t>
            </a:r>
          </a:p>
        </p:txBody>
      </p:sp>
      <p:sp>
        <p:nvSpPr>
          <p:cNvPr id="5" name="footer-affiliation"/>
          <p:cNvSpPr>
            <a:spLocks xmlns:a="http://schemas.openxmlformats.org/drawingml/2006/main" noGrp="1"/>
          </p:cNvSpPr>
          <p:nvPr>
            <p:ph type="ftr" idx="90"/>
          </p:nvPr>
        </p:nvSpPr>
        <p:spPr>
          <a:xfrm xmlns:a="http://schemas.openxmlformats.org/drawingml/2006/main">
            <a:off x="762000" y="63055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xmlns:a="http://schemas.openxmlformats.org/drawingml/2006/main">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6" name="footer-page"/>
          <p:cNvSpPr>
            <a:spLocks xmlns:a="http://schemas.openxmlformats.org/drawingml/2006/main" noGrp="1"/>
          </p:cNvSpPr>
          <p:nvPr>
            <p:ph type="sldNum" idx="91"/>
          </p:nvPr>
        </p:nvSpPr>
        <p:spPr>
          <a:xfrm xmlns:a="http://schemas.openxmlformats.org/drawingml/2006/main">
            <a:off x="10839450" y="6305550"/>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xmlns:a="http://schemas.openxmlformats.org/drawingml/2006/main">
            <a:pPr algn="r">
              <a:defRPr sz="1100" b="0">
                <a:solidFill>
                  <a:srgbClr val="52677A"/>
                </a:solidFill>
                <a:latin typeface="Arial"/>
                <a:ea typeface="Arial"/>
                <a:cs typeface="Arial"/>
              </a:defRPr>
            </a:pPr>
            <a:fld id="{B2B56814-2980-41BB-BB93-53E128FFDF12}" type="slidenum">
              <a:rPr sz="1100" b="0">
                <a:solidFill>
                  <a:srgbClr val="52677A"/>
                </a:solidFill>
                <a:latin typeface="Arial"/>
                <a:ea typeface="Arial"/>
                <a:cs typeface="Arial"/>
              </a:rPr>
              <a:t>1</a:t>
            </a:fld>
          </a:p>
        </p:txBody>
      </p:sp>
    </p:spTree>
  </p:cSld>
  <p:clrMapOvr>
    <a:masterClrMapping/>
  </p:clrMapOvr>
  <p:hf hdr="0" ftr="1" dt="0" sldNum="1"/>
</p:sldLayout>
</file>

<file path=ppt/slideLayouts/slideLayoutAcademic16.xml><?xml version="1.0" encoding="utf-8"?>
<p:sldLayout xmlns:p="http://schemas.openxmlformats.org/presentationml/2006/main" xmlns:a="http://schemas.openxmlformats.org/drawingml/2006/main" xmlns:r="http://schemas.openxmlformats.org/officeDocument/2006/relationships" type="cust" preserve="1">
  <p:cSld name="16 Timeline">
    <p:bg>
      <p:bgPr>
        <a:solidFill>
          <a:srgbClr val="FFFFFF"/>
        </a:solidFill>
      </p:bgPr>
    </p:bg>
    <p:spTree>
      <p:nvGrpSpPr>
        <p:cNvPr id="1" name=""/>
        <p:cNvGrpSpPr/>
        <p:nvPr/>
      </p:nvGrpSpPr>
      <p:grpSpPr>
        <a:xfrm/>
      </p:grpSpPr>
      <p:sp>
        <p:nvSpPr>
          <p:cNvPr id="2" name="slot:title"/>
          <p:cNvSpPr>
            <a:spLocks noGrp="1"/>
          </p:cNvSpPr>
          <p:nvPr>
            <p:ph type="title" idx="0"/>
          </p:nvPr>
        </p:nvSpPr>
        <p:spPr>
          <a:xfrm>
            <a:off x="762000" y="571500"/>
            <a:ext cx="10668000" cy="1219200"/>
          </a:xfrm>
          <a:prstGeom prst="rect">
            <a:avLst/>
          </a:prstGeom>
          <a:noFill/>
          <a:ln w="0">
            <a:noFill/>
          </a:ln>
        </p:spPr>
        <p:txBody>
          <a:bodyPr wrap="square" lIns="0" rIns="0" t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r>
              <a:t>Click to edit title</a:t>
            </a:r>
          </a:p>
        </p:txBody>
      </p:sp>
      <p:sp>
        <p:nvSpPr>
          <p:cNvPr id="3" name="slot:month-0"/>
          <p:cNvSpPr>
            <a:spLocks noGrp="1"/>
          </p:cNvSpPr>
          <p:nvPr>
            <p:ph type="body" idx="1"/>
          </p:nvPr>
        </p:nvSpPr>
        <p:spPr>
          <a:xfrm>
            <a:off x="762000" y="2286000"/>
            <a:ext cx="2324100" cy="457200"/>
          </a:xfrm>
          <a:prstGeom prst="rect">
            <a:avLst/>
          </a:prstGeom>
          <a:noFill/>
          <a:ln w="0">
            <a:noFill/>
          </a:ln>
        </p:spPr>
        <p:txBody>
          <a:bodyPr wrap="square" lIns="0" rIns="0" tIns="0" bIns="0" anchor="t">
            <a:noAutofit/>
          </a:bodyPr>
          <a:lstStyle>
            <a:defPPr algn="l">
              <a:buNone/>
              <a:defRPr sz="2400" b="0">
                <a:solidFill>
                  <a:srgbClr val="315D8A"/>
                </a:solidFill>
                <a:latin typeface="+mj-lt"/>
                <a:ea typeface="+mj-ea"/>
                <a:cs typeface="+mj-cs"/>
              </a:defRPr>
            </a:defPPr>
            <a:lvl1pPr algn="l">
              <a:buNone/>
              <a:defRPr sz="2400" b="0">
                <a:solidFill>
                  <a:srgbClr val="315D8A"/>
                </a:solidFill>
                <a:latin typeface="+mj-lt"/>
                <a:ea typeface="+mj-ea"/>
                <a:cs typeface="+mj-cs"/>
              </a:defRPr>
            </a:lvl1pPr>
            <a:lvl2pPr algn="l">
              <a:buNone/>
              <a:defRPr sz="2200" b="0">
                <a:solidFill>
                  <a:srgbClr val="315D8A"/>
                </a:solidFill>
                <a:latin typeface="+mj-lt"/>
                <a:ea typeface="+mj-ea"/>
                <a:cs typeface="+mj-cs"/>
              </a:defRPr>
            </a:lvl2pPr>
            <a:lvl3pPr algn="l">
              <a:buNone/>
              <a:defRPr sz="2000" b="0">
                <a:solidFill>
                  <a:srgbClr val="315D8A"/>
                </a:solidFill>
                <a:latin typeface="+mj-lt"/>
                <a:ea typeface="+mj-ea"/>
                <a:cs typeface="+mj-cs"/>
              </a:defRPr>
            </a:lvl3pPr>
            <a:lvl4pPr algn="l">
              <a:buNone/>
              <a:defRPr sz="2000" b="0">
                <a:solidFill>
                  <a:srgbClr val="315D8A"/>
                </a:solidFill>
                <a:latin typeface="+mj-lt"/>
                <a:ea typeface="+mj-ea"/>
                <a:cs typeface="+mj-cs"/>
              </a:defRPr>
            </a:lvl4pPr>
            <a:lvl5pPr algn="l">
              <a:buNone/>
              <a:defRPr sz="2000" b="0">
                <a:solidFill>
                  <a:srgbClr val="315D8A"/>
                </a:solidFill>
                <a:latin typeface="+mj-lt"/>
                <a:ea typeface="+mj-ea"/>
                <a:cs typeface="+mj-cs"/>
              </a:defRPr>
            </a:lvl5pPr>
            <a:lvl6pPr algn="l">
              <a:buNone/>
              <a:defRPr sz="2000" b="0">
                <a:solidFill>
                  <a:srgbClr val="315D8A"/>
                </a:solidFill>
                <a:latin typeface="+mj-lt"/>
                <a:ea typeface="+mj-ea"/>
                <a:cs typeface="+mj-cs"/>
              </a:defRPr>
            </a:lvl6pPr>
            <a:lvl7pPr algn="l">
              <a:buNone/>
              <a:defRPr sz="2000" b="0">
                <a:solidFill>
                  <a:srgbClr val="315D8A"/>
                </a:solidFill>
                <a:latin typeface="+mj-lt"/>
                <a:ea typeface="+mj-ea"/>
                <a:cs typeface="+mj-cs"/>
              </a:defRPr>
            </a:lvl7pPr>
            <a:lvl8pPr algn="l">
              <a:buNone/>
              <a:defRPr sz="2000" b="0">
                <a:solidFill>
                  <a:srgbClr val="315D8A"/>
                </a:solidFill>
                <a:latin typeface="+mj-lt"/>
                <a:ea typeface="+mj-ea"/>
                <a:cs typeface="+mj-cs"/>
              </a:defRPr>
            </a:lvl8pPr>
            <a:lvl9pPr algn="l">
              <a:buNone/>
              <a:defRPr sz="2000" b="0">
                <a:solidFill>
                  <a:srgbClr val="315D8A"/>
                </a:solidFill>
                <a:latin typeface="+mj-lt"/>
                <a:ea typeface="+mj-ea"/>
                <a:cs typeface="+mj-cs"/>
              </a:defRPr>
            </a:lvl9pPr>
          </a:lstStyle>
          <a:p>
            <a:pPr lvl="0"/>
            <a:r>
              <a:t>Click to edit month-0</a:t>
            </a:r>
          </a:p>
        </p:txBody>
      </p:sp>
      <p:sp>
        <p:nvSpPr>
          <p:cNvPr id="4" name="slot:task-0"/>
          <p:cNvSpPr>
            <a:spLocks noGrp="1"/>
          </p:cNvSpPr>
          <p:nvPr>
            <p:ph type="body" idx="2"/>
          </p:nvPr>
        </p:nvSpPr>
        <p:spPr>
          <a:xfrm>
            <a:off x="762000" y="3448050"/>
            <a:ext cx="2324100" cy="1143000"/>
          </a:xfrm>
          <a:prstGeom prst="rect">
            <a:avLst/>
          </a:prstGeom>
          <a:noFill/>
          <a:ln w="0">
            <a:noFill/>
          </a:ln>
        </p:spPr>
        <p:txBody>
          <a:bodyPr wrap="square" lIns="0" rIns="0" tIns="0" bIns="0" anchor="t">
            <a:noAutofit/>
          </a:bodyPr>
          <a:lstStyle>
            <a:defPPr algn="l">
              <a:buNone/>
              <a:defRPr sz="2000" b="0">
                <a:solidFill>
                  <a:srgbClr val="182C3F"/>
                </a:solidFill>
                <a:latin typeface="+mn-lt"/>
                <a:ea typeface="+mn-ea"/>
                <a:cs typeface="+mn-cs"/>
              </a:defRPr>
            </a:defPPr>
            <a:lvl1pPr algn="l">
              <a:buNone/>
              <a:defRPr sz="2000" b="0">
                <a:solidFill>
                  <a:srgbClr val="182C3F"/>
                </a:solidFill>
                <a:latin typeface="+mn-lt"/>
                <a:ea typeface="+mn-ea"/>
                <a:cs typeface="+mn-cs"/>
              </a:defRPr>
            </a:lvl1pPr>
            <a:lvl2pPr algn="l">
              <a:buNone/>
              <a:defRPr sz="20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r>
              <a:t>Click to edit task-0</a:t>
            </a:r>
          </a:p>
        </p:txBody>
      </p:sp>
      <p:sp>
        <p:nvSpPr>
          <p:cNvPr id="5" name="slot:month-1"/>
          <p:cNvSpPr>
            <a:spLocks noGrp="1"/>
          </p:cNvSpPr>
          <p:nvPr>
            <p:ph type="body" idx="3"/>
          </p:nvPr>
        </p:nvSpPr>
        <p:spPr>
          <a:xfrm>
            <a:off x="3543300" y="2286000"/>
            <a:ext cx="2324100" cy="457200"/>
          </a:xfrm>
          <a:prstGeom prst="rect">
            <a:avLst/>
          </a:prstGeom>
          <a:noFill/>
          <a:ln w="0">
            <a:noFill/>
          </a:ln>
        </p:spPr>
        <p:txBody>
          <a:bodyPr wrap="square" lIns="0" rIns="0" tIns="0" bIns="0" anchor="t">
            <a:noAutofit/>
          </a:bodyPr>
          <a:lstStyle>
            <a:defPPr algn="l">
              <a:buNone/>
              <a:defRPr sz="2400" b="0">
                <a:solidFill>
                  <a:srgbClr val="315D8A"/>
                </a:solidFill>
                <a:latin typeface="+mj-lt"/>
                <a:ea typeface="+mj-ea"/>
                <a:cs typeface="+mj-cs"/>
              </a:defRPr>
            </a:defPPr>
            <a:lvl1pPr algn="l">
              <a:buNone/>
              <a:defRPr sz="2400" b="0">
                <a:solidFill>
                  <a:srgbClr val="315D8A"/>
                </a:solidFill>
                <a:latin typeface="+mj-lt"/>
                <a:ea typeface="+mj-ea"/>
                <a:cs typeface="+mj-cs"/>
              </a:defRPr>
            </a:lvl1pPr>
            <a:lvl2pPr algn="l">
              <a:buNone/>
              <a:defRPr sz="2200" b="0">
                <a:solidFill>
                  <a:srgbClr val="315D8A"/>
                </a:solidFill>
                <a:latin typeface="+mj-lt"/>
                <a:ea typeface="+mj-ea"/>
                <a:cs typeface="+mj-cs"/>
              </a:defRPr>
            </a:lvl2pPr>
            <a:lvl3pPr algn="l">
              <a:buNone/>
              <a:defRPr sz="2000" b="0">
                <a:solidFill>
                  <a:srgbClr val="315D8A"/>
                </a:solidFill>
                <a:latin typeface="+mj-lt"/>
                <a:ea typeface="+mj-ea"/>
                <a:cs typeface="+mj-cs"/>
              </a:defRPr>
            </a:lvl3pPr>
            <a:lvl4pPr algn="l">
              <a:buNone/>
              <a:defRPr sz="2000" b="0">
                <a:solidFill>
                  <a:srgbClr val="315D8A"/>
                </a:solidFill>
                <a:latin typeface="+mj-lt"/>
                <a:ea typeface="+mj-ea"/>
                <a:cs typeface="+mj-cs"/>
              </a:defRPr>
            </a:lvl4pPr>
            <a:lvl5pPr algn="l">
              <a:buNone/>
              <a:defRPr sz="2000" b="0">
                <a:solidFill>
                  <a:srgbClr val="315D8A"/>
                </a:solidFill>
                <a:latin typeface="+mj-lt"/>
                <a:ea typeface="+mj-ea"/>
                <a:cs typeface="+mj-cs"/>
              </a:defRPr>
            </a:lvl5pPr>
            <a:lvl6pPr algn="l">
              <a:buNone/>
              <a:defRPr sz="2000" b="0">
                <a:solidFill>
                  <a:srgbClr val="315D8A"/>
                </a:solidFill>
                <a:latin typeface="+mj-lt"/>
                <a:ea typeface="+mj-ea"/>
                <a:cs typeface="+mj-cs"/>
              </a:defRPr>
            </a:lvl6pPr>
            <a:lvl7pPr algn="l">
              <a:buNone/>
              <a:defRPr sz="2000" b="0">
                <a:solidFill>
                  <a:srgbClr val="315D8A"/>
                </a:solidFill>
                <a:latin typeface="+mj-lt"/>
                <a:ea typeface="+mj-ea"/>
                <a:cs typeface="+mj-cs"/>
              </a:defRPr>
            </a:lvl7pPr>
            <a:lvl8pPr algn="l">
              <a:buNone/>
              <a:defRPr sz="2000" b="0">
                <a:solidFill>
                  <a:srgbClr val="315D8A"/>
                </a:solidFill>
                <a:latin typeface="+mj-lt"/>
                <a:ea typeface="+mj-ea"/>
                <a:cs typeface="+mj-cs"/>
              </a:defRPr>
            </a:lvl8pPr>
            <a:lvl9pPr algn="l">
              <a:buNone/>
              <a:defRPr sz="2000" b="0">
                <a:solidFill>
                  <a:srgbClr val="315D8A"/>
                </a:solidFill>
                <a:latin typeface="+mj-lt"/>
                <a:ea typeface="+mj-ea"/>
                <a:cs typeface="+mj-cs"/>
              </a:defRPr>
            </a:lvl9pPr>
          </a:lstStyle>
          <a:p>
            <a:pPr lvl="0"/>
            <a:r>
              <a:t>Click to edit month-1</a:t>
            </a:r>
          </a:p>
        </p:txBody>
      </p:sp>
      <p:sp>
        <p:nvSpPr>
          <p:cNvPr id="6" name="slot:task-1"/>
          <p:cNvSpPr>
            <a:spLocks noGrp="1"/>
          </p:cNvSpPr>
          <p:nvPr>
            <p:ph type="body" idx="4"/>
          </p:nvPr>
        </p:nvSpPr>
        <p:spPr>
          <a:xfrm>
            <a:off x="3543300" y="3448050"/>
            <a:ext cx="2324100" cy="1143000"/>
          </a:xfrm>
          <a:prstGeom prst="rect">
            <a:avLst/>
          </a:prstGeom>
          <a:noFill/>
          <a:ln w="0">
            <a:noFill/>
          </a:ln>
        </p:spPr>
        <p:txBody>
          <a:bodyPr wrap="square" lIns="0" rIns="0" tIns="0" bIns="0" anchor="t">
            <a:noAutofit/>
          </a:bodyPr>
          <a:lstStyle>
            <a:defPPr algn="l">
              <a:buNone/>
              <a:defRPr sz="2000" b="0">
                <a:solidFill>
                  <a:srgbClr val="182C3F"/>
                </a:solidFill>
                <a:latin typeface="+mn-lt"/>
                <a:ea typeface="+mn-ea"/>
                <a:cs typeface="+mn-cs"/>
              </a:defRPr>
            </a:defPPr>
            <a:lvl1pPr algn="l">
              <a:buNone/>
              <a:defRPr sz="2000" b="0">
                <a:solidFill>
                  <a:srgbClr val="182C3F"/>
                </a:solidFill>
                <a:latin typeface="+mn-lt"/>
                <a:ea typeface="+mn-ea"/>
                <a:cs typeface="+mn-cs"/>
              </a:defRPr>
            </a:lvl1pPr>
            <a:lvl2pPr algn="l">
              <a:buNone/>
              <a:defRPr sz="20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r>
              <a:t>Click to edit task-1</a:t>
            </a:r>
          </a:p>
        </p:txBody>
      </p:sp>
      <p:sp>
        <p:nvSpPr>
          <p:cNvPr id="7" name="slot:month-2"/>
          <p:cNvSpPr>
            <a:spLocks noGrp="1"/>
          </p:cNvSpPr>
          <p:nvPr>
            <p:ph type="body" idx="5"/>
          </p:nvPr>
        </p:nvSpPr>
        <p:spPr>
          <a:xfrm>
            <a:off x="6324600" y="2286000"/>
            <a:ext cx="2324100" cy="457200"/>
          </a:xfrm>
          <a:prstGeom prst="rect">
            <a:avLst/>
          </a:prstGeom>
          <a:noFill/>
          <a:ln w="0">
            <a:noFill/>
          </a:ln>
        </p:spPr>
        <p:txBody>
          <a:bodyPr wrap="square" lIns="0" rIns="0" tIns="0" bIns="0" anchor="t">
            <a:noAutofit/>
          </a:bodyPr>
          <a:lstStyle>
            <a:defPPr algn="l">
              <a:buNone/>
              <a:defRPr sz="2400" b="0">
                <a:solidFill>
                  <a:srgbClr val="315D8A"/>
                </a:solidFill>
                <a:latin typeface="+mj-lt"/>
                <a:ea typeface="+mj-ea"/>
                <a:cs typeface="+mj-cs"/>
              </a:defRPr>
            </a:defPPr>
            <a:lvl1pPr algn="l">
              <a:buNone/>
              <a:defRPr sz="2400" b="0">
                <a:solidFill>
                  <a:srgbClr val="315D8A"/>
                </a:solidFill>
                <a:latin typeface="+mj-lt"/>
                <a:ea typeface="+mj-ea"/>
                <a:cs typeface="+mj-cs"/>
              </a:defRPr>
            </a:lvl1pPr>
            <a:lvl2pPr algn="l">
              <a:buNone/>
              <a:defRPr sz="2200" b="0">
                <a:solidFill>
                  <a:srgbClr val="315D8A"/>
                </a:solidFill>
                <a:latin typeface="+mj-lt"/>
                <a:ea typeface="+mj-ea"/>
                <a:cs typeface="+mj-cs"/>
              </a:defRPr>
            </a:lvl2pPr>
            <a:lvl3pPr algn="l">
              <a:buNone/>
              <a:defRPr sz="2000" b="0">
                <a:solidFill>
                  <a:srgbClr val="315D8A"/>
                </a:solidFill>
                <a:latin typeface="+mj-lt"/>
                <a:ea typeface="+mj-ea"/>
                <a:cs typeface="+mj-cs"/>
              </a:defRPr>
            </a:lvl3pPr>
            <a:lvl4pPr algn="l">
              <a:buNone/>
              <a:defRPr sz="2000" b="0">
                <a:solidFill>
                  <a:srgbClr val="315D8A"/>
                </a:solidFill>
                <a:latin typeface="+mj-lt"/>
                <a:ea typeface="+mj-ea"/>
                <a:cs typeface="+mj-cs"/>
              </a:defRPr>
            </a:lvl4pPr>
            <a:lvl5pPr algn="l">
              <a:buNone/>
              <a:defRPr sz="2000" b="0">
                <a:solidFill>
                  <a:srgbClr val="315D8A"/>
                </a:solidFill>
                <a:latin typeface="+mj-lt"/>
                <a:ea typeface="+mj-ea"/>
                <a:cs typeface="+mj-cs"/>
              </a:defRPr>
            </a:lvl5pPr>
            <a:lvl6pPr algn="l">
              <a:buNone/>
              <a:defRPr sz="2000" b="0">
                <a:solidFill>
                  <a:srgbClr val="315D8A"/>
                </a:solidFill>
                <a:latin typeface="+mj-lt"/>
                <a:ea typeface="+mj-ea"/>
                <a:cs typeface="+mj-cs"/>
              </a:defRPr>
            </a:lvl6pPr>
            <a:lvl7pPr algn="l">
              <a:buNone/>
              <a:defRPr sz="2000" b="0">
                <a:solidFill>
                  <a:srgbClr val="315D8A"/>
                </a:solidFill>
                <a:latin typeface="+mj-lt"/>
                <a:ea typeface="+mj-ea"/>
                <a:cs typeface="+mj-cs"/>
              </a:defRPr>
            </a:lvl7pPr>
            <a:lvl8pPr algn="l">
              <a:buNone/>
              <a:defRPr sz="2000" b="0">
                <a:solidFill>
                  <a:srgbClr val="315D8A"/>
                </a:solidFill>
                <a:latin typeface="+mj-lt"/>
                <a:ea typeface="+mj-ea"/>
                <a:cs typeface="+mj-cs"/>
              </a:defRPr>
            </a:lvl8pPr>
            <a:lvl9pPr algn="l">
              <a:buNone/>
              <a:defRPr sz="2000" b="0">
                <a:solidFill>
                  <a:srgbClr val="315D8A"/>
                </a:solidFill>
                <a:latin typeface="+mj-lt"/>
                <a:ea typeface="+mj-ea"/>
                <a:cs typeface="+mj-cs"/>
              </a:defRPr>
            </a:lvl9pPr>
          </a:lstStyle>
          <a:p>
            <a:pPr lvl="0"/>
            <a:r>
              <a:t>Click to edit month-2</a:t>
            </a:r>
          </a:p>
        </p:txBody>
      </p:sp>
      <p:sp>
        <p:nvSpPr>
          <p:cNvPr id="8" name="slot:task-2"/>
          <p:cNvSpPr>
            <a:spLocks noGrp="1"/>
          </p:cNvSpPr>
          <p:nvPr>
            <p:ph type="body" idx="6"/>
          </p:nvPr>
        </p:nvSpPr>
        <p:spPr>
          <a:xfrm>
            <a:off x="6324600" y="3448050"/>
            <a:ext cx="2324100" cy="1143000"/>
          </a:xfrm>
          <a:prstGeom prst="rect">
            <a:avLst/>
          </a:prstGeom>
          <a:noFill/>
          <a:ln w="0">
            <a:noFill/>
          </a:ln>
        </p:spPr>
        <p:txBody>
          <a:bodyPr wrap="square" lIns="0" rIns="0" tIns="0" bIns="0" anchor="t">
            <a:noAutofit/>
          </a:bodyPr>
          <a:lstStyle>
            <a:defPPr algn="l">
              <a:buNone/>
              <a:defRPr sz="2000" b="0">
                <a:solidFill>
                  <a:srgbClr val="182C3F"/>
                </a:solidFill>
                <a:latin typeface="+mn-lt"/>
                <a:ea typeface="+mn-ea"/>
                <a:cs typeface="+mn-cs"/>
              </a:defRPr>
            </a:defPPr>
            <a:lvl1pPr algn="l">
              <a:buNone/>
              <a:defRPr sz="2000" b="0">
                <a:solidFill>
                  <a:srgbClr val="182C3F"/>
                </a:solidFill>
                <a:latin typeface="+mn-lt"/>
                <a:ea typeface="+mn-ea"/>
                <a:cs typeface="+mn-cs"/>
              </a:defRPr>
            </a:lvl1pPr>
            <a:lvl2pPr algn="l">
              <a:buNone/>
              <a:defRPr sz="20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r>
              <a:t>Click to edit task-2</a:t>
            </a:r>
          </a:p>
        </p:txBody>
      </p:sp>
      <p:sp>
        <p:nvSpPr>
          <p:cNvPr id="9" name="slot:month-3"/>
          <p:cNvSpPr>
            <a:spLocks noGrp="1"/>
          </p:cNvSpPr>
          <p:nvPr>
            <p:ph type="body" idx="7"/>
          </p:nvPr>
        </p:nvSpPr>
        <p:spPr>
          <a:xfrm>
            <a:off x="9105900" y="2286000"/>
            <a:ext cx="2324100" cy="457200"/>
          </a:xfrm>
          <a:prstGeom prst="rect">
            <a:avLst/>
          </a:prstGeom>
          <a:noFill/>
          <a:ln w="0">
            <a:noFill/>
          </a:ln>
        </p:spPr>
        <p:txBody>
          <a:bodyPr wrap="square" lIns="0" rIns="0" tIns="0" bIns="0" anchor="t">
            <a:noAutofit/>
          </a:bodyPr>
          <a:lstStyle>
            <a:defPPr algn="l">
              <a:buNone/>
              <a:defRPr sz="2400" b="0">
                <a:solidFill>
                  <a:srgbClr val="315D8A"/>
                </a:solidFill>
                <a:latin typeface="+mj-lt"/>
                <a:ea typeface="+mj-ea"/>
                <a:cs typeface="+mj-cs"/>
              </a:defRPr>
            </a:defPPr>
            <a:lvl1pPr algn="l">
              <a:buNone/>
              <a:defRPr sz="2400" b="0">
                <a:solidFill>
                  <a:srgbClr val="315D8A"/>
                </a:solidFill>
                <a:latin typeface="+mj-lt"/>
                <a:ea typeface="+mj-ea"/>
                <a:cs typeface="+mj-cs"/>
              </a:defRPr>
            </a:lvl1pPr>
            <a:lvl2pPr algn="l">
              <a:buNone/>
              <a:defRPr sz="2200" b="0">
                <a:solidFill>
                  <a:srgbClr val="315D8A"/>
                </a:solidFill>
                <a:latin typeface="+mj-lt"/>
                <a:ea typeface="+mj-ea"/>
                <a:cs typeface="+mj-cs"/>
              </a:defRPr>
            </a:lvl2pPr>
            <a:lvl3pPr algn="l">
              <a:buNone/>
              <a:defRPr sz="2000" b="0">
                <a:solidFill>
                  <a:srgbClr val="315D8A"/>
                </a:solidFill>
                <a:latin typeface="+mj-lt"/>
                <a:ea typeface="+mj-ea"/>
                <a:cs typeface="+mj-cs"/>
              </a:defRPr>
            </a:lvl3pPr>
            <a:lvl4pPr algn="l">
              <a:buNone/>
              <a:defRPr sz="2000" b="0">
                <a:solidFill>
                  <a:srgbClr val="315D8A"/>
                </a:solidFill>
                <a:latin typeface="+mj-lt"/>
                <a:ea typeface="+mj-ea"/>
                <a:cs typeface="+mj-cs"/>
              </a:defRPr>
            </a:lvl4pPr>
            <a:lvl5pPr algn="l">
              <a:buNone/>
              <a:defRPr sz="2000" b="0">
                <a:solidFill>
                  <a:srgbClr val="315D8A"/>
                </a:solidFill>
                <a:latin typeface="+mj-lt"/>
                <a:ea typeface="+mj-ea"/>
                <a:cs typeface="+mj-cs"/>
              </a:defRPr>
            </a:lvl5pPr>
            <a:lvl6pPr algn="l">
              <a:buNone/>
              <a:defRPr sz="2000" b="0">
                <a:solidFill>
                  <a:srgbClr val="315D8A"/>
                </a:solidFill>
                <a:latin typeface="+mj-lt"/>
                <a:ea typeface="+mj-ea"/>
                <a:cs typeface="+mj-cs"/>
              </a:defRPr>
            </a:lvl6pPr>
            <a:lvl7pPr algn="l">
              <a:buNone/>
              <a:defRPr sz="2000" b="0">
                <a:solidFill>
                  <a:srgbClr val="315D8A"/>
                </a:solidFill>
                <a:latin typeface="+mj-lt"/>
                <a:ea typeface="+mj-ea"/>
                <a:cs typeface="+mj-cs"/>
              </a:defRPr>
            </a:lvl7pPr>
            <a:lvl8pPr algn="l">
              <a:buNone/>
              <a:defRPr sz="2000" b="0">
                <a:solidFill>
                  <a:srgbClr val="315D8A"/>
                </a:solidFill>
                <a:latin typeface="+mj-lt"/>
                <a:ea typeface="+mj-ea"/>
                <a:cs typeface="+mj-cs"/>
              </a:defRPr>
            </a:lvl8pPr>
            <a:lvl9pPr algn="l">
              <a:buNone/>
              <a:defRPr sz="2000" b="0">
                <a:solidFill>
                  <a:srgbClr val="315D8A"/>
                </a:solidFill>
                <a:latin typeface="+mj-lt"/>
                <a:ea typeface="+mj-ea"/>
                <a:cs typeface="+mj-cs"/>
              </a:defRPr>
            </a:lvl9pPr>
          </a:lstStyle>
          <a:p>
            <a:pPr lvl="0"/>
            <a:r>
              <a:t>Click to edit month-3</a:t>
            </a:r>
          </a:p>
        </p:txBody>
      </p:sp>
      <p:sp>
        <p:nvSpPr>
          <p:cNvPr id="10" name="slot:task-3"/>
          <p:cNvSpPr>
            <a:spLocks noGrp="1"/>
          </p:cNvSpPr>
          <p:nvPr>
            <p:ph type="body" idx="8"/>
          </p:nvPr>
        </p:nvSpPr>
        <p:spPr>
          <a:xfrm>
            <a:off x="9105900" y="3448050"/>
            <a:ext cx="2324100" cy="1143000"/>
          </a:xfrm>
          <a:prstGeom prst="rect">
            <a:avLst/>
          </a:prstGeom>
          <a:noFill/>
          <a:ln w="0">
            <a:noFill/>
          </a:ln>
        </p:spPr>
        <p:txBody>
          <a:bodyPr wrap="square" lIns="0" rIns="0" tIns="0" bIns="0" anchor="t">
            <a:noAutofit/>
          </a:bodyPr>
          <a:lstStyle>
            <a:defPPr algn="l">
              <a:buNone/>
              <a:defRPr sz="2000" b="0">
                <a:solidFill>
                  <a:srgbClr val="182C3F"/>
                </a:solidFill>
                <a:latin typeface="+mn-lt"/>
                <a:ea typeface="+mn-ea"/>
                <a:cs typeface="+mn-cs"/>
              </a:defRPr>
            </a:defPPr>
            <a:lvl1pPr algn="l">
              <a:buNone/>
              <a:defRPr sz="2000" b="0">
                <a:solidFill>
                  <a:srgbClr val="182C3F"/>
                </a:solidFill>
                <a:latin typeface="+mn-lt"/>
                <a:ea typeface="+mn-ea"/>
                <a:cs typeface="+mn-cs"/>
              </a:defRPr>
            </a:lvl1pPr>
            <a:lvl2pPr algn="l">
              <a:buNone/>
              <a:defRPr sz="20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r>
              <a:t>Click to edit task-3</a:t>
            </a:r>
          </a:p>
        </p:txBody>
      </p:sp>
      <p:sp>
        <p:nvSpPr>
          <p:cNvPr id="11" name="slot:caption"/>
          <p:cNvSpPr>
            <a:spLocks noGrp="1"/>
          </p:cNvSpPr>
          <p:nvPr>
            <p:ph type="body" idx="9"/>
          </p:nvPr>
        </p:nvSpPr>
        <p:spPr>
          <a:xfrm>
            <a:off x="762000" y="5410200"/>
            <a:ext cx="10668000" cy="476250"/>
          </a:xfrm>
          <a:prstGeom prst="rect">
            <a:avLst/>
          </a:prstGeom>
          <a:noFill/>
          <a:ln w="0">
            <a:noFill/>
          </a:ln>
        </p:spPr>
        <p:txBody>
          <a:bodyPr wrap="square" lIns="0" rIns="0" tIns="0" bIns="0" anchor="t">
            <a:noAutofit/>
          </a:bodyPr>
          <a:lstStyle>
            <a:defPPr algn="l">
              <a:buNone/>
              <a:defRPr sz="1800" b="0">
                <a:solidFill>
                  <a:srgbClr val="52677A"/>
                </a:solidFill>
                <a:latin typeface="+mn-lt"/>
                <a:ea typeface="+mn-ea"/>
                <a:cs typeface="+mn-cs"/>
              </a:defRPr>
            </a:defPPr>
            <a:lvl1pPr algn="l">
              <a:buNone/>
              <a:defRPr sz="2000" b="0">
                <a:solidFill>
                  <a:srgbClr val="52677A"/>
                </a:solidFill>
                <a:latin typeface="+mn-lt"/>
                <a:ea typeface="+mn-ea"/>
                <a:cs typeface="+mn-cs"/>
              </a:defRPr>
            </a:lvl1pPr>
            <a:lvl2pPr algn="l">
              <a:buNone/>
              <a:defRPr sz="20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r>
              <a:t>Click to edit caption</a:t>
            </a:r>
          </a:p>
        </p:txBody>
      </p:sp>
      <p:sp>
        <p:nvSpPr>
          <p:cNvPr id="12" name="footer-affiliation"/>
          <p:cNvSpPr>
            <a:spLocks xmlns:a="http://schemas.openxmlformats.org/drawingml/2006/main" noGrp="1"/>
          </p:cNvSpPr>
          <p:nvPr>
            <p:ph type="ftr" idx="90"/>
          </p:nvPr>
        </p:nvSpPr>
        <p:spPr>
          <a:xfrm xmlns:a="http://schemas.openxmlformats.org/drawingml/2006/main">
            <a:off x="762000" y="63055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xmlns:a="http://schemas.openxmlformats.org/drawingml/2006/main">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13" name="footer-page"/>
          <p:cNvSpPr>
            <a:spLocks xmlns:a="http://schemas.openxmlformats.org/drawingml/2006/main" noGrp="1"/>
          </p:cNvSpPr>
          <p:nvPr>
            <p:ph type="sldNum" idx="91"/>
          </p:nvPr>
        </p:nvSpPr>
        <p:spPr>
          <a:xfrm xmlns:a="http://schemas.openxmlformats.org/drawingml/2006/main">
            <a:off x="10839450" y="6305550"/>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xmlns:a="http://schemas.openxmlformats.org/drawingml/2006/main">
            <a:pPr algn="r">
              <a:defRPr sz="1100" b="0">
                <a:solidFill>
                  <a:srgbClr val="52677A"/>
                </a:solidFill>
                <a:latin typeface="Arial"/>
                <a:ea typeface="Arial"/>
                <a:cs typeface="Arial"/>
              </a:defRPr>
            </a:pPr>
            <a:fld id="{C2AAA000-FF48-489C-B037-FBF9C334C2D8}" type="slidenum">
              <a:rPr sz="1100" b="0">
                <a:solidFill>
                  <a:srgbClr val="52677A"/>
                </a:solidFill>
                <a:latin typeface="Arial"/>
                <a:ea typeface="Arial"/>
                <a:cs typeface="Arial"/>
              </a:rPr>
              <a:t>1</a:t>
            </a:fld>
          </a:p>
        </p:txBody>
      </p:sp>
    </p:spTree>
  </p:cSld>
  <p:clrMapOvr>
    <a:masterClrMapping/>
  </p:clrMapOvr>
  <p:hf hdr="0" ftr="1" dt="0" sldNum="1"/>
</p:sldLayout>
</file>

<file path=ppt/slideLayouts/slideLayoutAcademic17.xml><?xml version="1.0" encoding="utf-8"?>
<p:sldLayout xmlns:p="http://schemas.openxmlformats.org/presentationml/2006/main" xmlns:a="http://schemas.openxmlformats.org/drawingml/2006/main" xmlns:r="http://schemas.openxmlformats.org/officeDocument/2006/relationships" type="cust" preserve="1">
  <p:cSld name="17 Summary">
    <p:bg>
      <p:bgPr>
        <a:solidFill>
          <a:srgbClr val="FFFFFF"/>
        </a:solidFill>
      </p:bgPr>
    </p:bg>
    <p:spTree>
      <p:nvGrpSpPr>
        <p:cNvPr id="1" name=""/>
        <p:cNvGrpSpPr/>
        <p:nvPr/>
      </p:nvGrpSpPr>
      <p:grpSpPr>
        <a:xfrm/>
      </p:grpSpPr>
      <p:sp>
        <p:nvSpPr>
          <p:cNvPr id="2" name="slot:title"/>
          <p:cNvSpPr>
            <a:spLocks noGrp="1"/>
          </p:cNvSpPr>
          <p:nvPr>
            <p:ph type="title" idx="0"/>
          </p:nvPr>
        </p:nvSpPr>
        <p:spPr>
          <a:xfrm>
            <a:off x="762000" y="571500"/>
            <a:ext cx="10668000" cy="1219200"/>
          </a:xfrm>
          <a:prstGeom prst="rect">
            <a:avLst/>
          </a:prstGeom>
          <a:noFill/>
          <a:ln w="0">
            <a:noFill/>
          </a:ln>
        </p:spPr>
        <p:txBody>
          <a:bodyPr wrap="square" lIns="0" rIns="0" t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r>
              <a:t>Click to edit title</a:t>
            </a:r>
          </a:p>
        </p:txBody>
      </p:sp>
      <p:sp>
        <p:nvSpPr>
          <p:cNvPr id="3" name="slot:summary"/>
          <p:cNvSpPr>
            <a:spLocks noGrp="1"/>
          </p:cNvSpPr>
          <p:nvPr>
            <p:ph type="body" idx="1"/>
          </p:nvPr>
        </p:nvSpPr>
        <p:spPr>
          <a:xfrm>
            <a:off x="762000" y="2266950"/>
            <a:ext cx="10668000" cy="1905000"/>
          </a:xfrm>
          <a:prstGeom prst="rect">
            <a:avLst/>
          </a:prstGeom>
          <a:noFill/>
          <a:ln w="0">
            <a:noFill/>
          </a:ln>
        </p:spPr>
        <p:txBody>
          <a:bodyPr wrap="square" lIns="0" rIns="0" tIns="0" bIns="0" anchor="t">
            <a:noAutofit/>
          </a:bodyPr>
          <a:lstStyle>
            <a:defPPr algn="l">
              <a:buNone/>
              <a:defRPr sz="2600" b="0">
                <a:solidFill>
                  <a:srgbClr val="182C3F"/>
                </a:solidFill>
                <a:latin typeface="+mn-lt"/>
                <a:ea typeface="+mn-ea"/>
                <a:cs typeface="+mn-cs"/>
              </a:defRPr>
            </a:defPPr>
            <a:lvl1pPr algn="l">
              <a:buNone/>
              <a:defRPr sz="2600" b="0">
                <a:solidFill>
                  <a:srgbClr val="182C3F"/>
                </a:solidFill>
                <a:latin typeface="+mn-lt"/>
                <a:ea typeface="+mn-ea"/>
                <a:cs typeface="+mn-cs"/>
              </a:defRPr>
            </a:lvl1pPr>
            <a:lvl2pPr algn="l">
              <a:buNone/>
              <a:defRPr sz="2400" b="0">
                <a:solidFill>
                  <a:srgbClr val="182C3F"/>
                </a:solidFill>
                <a:latin typeface="+mn-lt"/>
                <a:ea typeface="+mn-ea"/>
                <a:cs typeface="+mn-cs"/>
              </a:defRPr>
            </a:lvl2pPr>
            <a:lvl3pPr algn="l">
              <a:buNone/>
              <a:defRPr sz="22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r>
              <a:t>Click to edit summary</a:t>
            </a:r>
          </a:p>
        </p:txBody>
      </p:sp>
      <p:sp>
        <p:nvSpPr>
          <p:cNvPr id="4" name="slot:next"/>
          <p:cNvSpPr>
            <a:spLocks noGrp="1"/>
          </p:cNvSpPr>
          <p:nvPr>
            <p:ph type="body" idx="2"/>
          </p:nvPr>
        </p:nvSpPr>
        <p:spPr>
          <a:xfrm>
            <a:off x="762000" y="4953000"/>
            <a:ext cx="10668000" cy="666750"/>
          </a:xfrm>
          <a:prstGeom prst="rect">
            <a:avLst/>
          </a:prstGeom>
          <a:noFill/>
          <a:ln w="0">
            <a:noFill/>
          </a:ln>
        </p:spPr>
        <p:txBody>
          <a:bodyPr wrap="square" lIns="0" rIns="0" tIns="0" bIns="0" anchor="t">
            <a:noAutofit/>
          </a:bodyPr>
          <a:lstStyle>
            <a:defPPr algn="l">
              <a:buNone/>
              <a:defRPr sz="2400" b="0">
                <a:solidFill>
                  <a:srgbClr val="315D8A"/>
                </a:solidFill>
                <a:latin typeface="+mn-lt"/>
                <a:ea typeface="+mn-ea"/>
                <a:cs typeface="+mn-cs"/>
              </a:defRPr>
            </a:defPPr>
            <a:lvl1pPr algn="l">
              <a:buNone/>
              <a:defRPr sz="2400" b="0">
                <a:solidFill>
                  <a:srgbClr val="315D8A"/>
                </a:solidFill>
                <a:latin typeface="+mn-lt"/>
                <a:ea typeface="+mn-ea"/>
                <a:cs typeface="+mn-cs"/>
              </a:defRPr>
            </a:lvl1pPr>
            <a:lvl2pPr algn="l">
              <a:buNone/>
              <a:defRPr sz="2200" b="0">
                <a:solidFill>
                  <a:srgbClr val="315D8A"/>
                </a:solidFill>
                <a:latin typeface="+mn-lt"/>
                <a:ea typeface="+mn-ea"/>
                <a:cs typeface="+mn-cs"/>
              </a:defRPr>
            </a:lvl2pPr>
            <a:lvl3pPr algn="l">
              <a:buNone/>
              <a:defRPr sz="2000" b="0">
                <a:solidFill>
                  <a:srgbClr val="315D8A"/>
                </a:solidFill>
                <a:latin typeface="+mn-lt"/>
                <a:ea typeface="+mn-ea"/>
                <a:cs typeface="+mn-cs"/>
              </a:defRPr>
            </a:lvl3pPr>
            <a:lvl4pPr algn="l">
              <a:buNone/>
              <a:defRPr sz="2000" b="0">
                <a:solidFill>
                  <a:srgbClr val="315D8A"/>
                </a:solidFill>
                <a:latin typeface="+mn-lt"/>
                <a:ea typeface="+mn-ea"/>
                <a:cs typeface="+mn-cs"/>
              </a:defRPr>
            </a:lvl4pPr>
            <a:lvl5pPr algn="l">
              <a:buNone/>
              <a:defRPr sz="2000" b="0">
                <a:solidFill>
                  <a:srgbClr val="315D8A"/>
                </a:solidFill>
                <a:latin typeface="+mn-lt"/>
                <a:ea typeface="+mn-ea"/>
                <a:cs typeface="+mn-cs"/>
              </a:defRPr>
            </a:lvl5pPr>
            <a:lvl6pPr algn="l">
              <a:buNone/>
              <a:defRPr sz="2000" b="0">
                <a:solidFill>
                  <a:srgbClr val="315D8A"/>
                </a:solidFill>
                <a:latin typeface="+mn-lt"/>
                <a:ea typeface="+mn-ea"/>
                <a:cs typeface="+mn-cs"/>
              </a:defRPr>
            </a:lvl6pPr>
            <a:lvl7pPr algn="l">
              <a:buNone/>
              <a:defRPr sz="2000" b="0">
                <a:solidFill>
                  <a:srgbClr val="315D8A"/>
                </a:solidFill>
                <a:latin typeface="+mn-lt"/>
                <a:ea typeface="+mn-ea"/>
                <a:cs typeface="+mn-cs"/>
              </a:defRPr>
            </a:lvl7pPr>
            <a:lvl8pPr algn="l">
              <a:buNone/>
              <a:defRPr sz="2000" b="0">
                <a:solidFill>
                  <a:srgbClr val="315D8A"/>
                </a:solidFill>
                <a:latin typeface="+mn-lt"/>
                <a:ea typeface="+mn-ea"/>
                <a:cs typeface="+mn-cs"/>
              </a:defRPr>
            </a:lvl8pPr>
            <a:lvl9pPr algn="l">
              <a:buNone/>
              <a:defRPr sz="2000" b="0">
                <a:solidFill>
                  <a:srgbClr val="315D8A"/>
                </a:solidFill>
                <a:latin typeface="+mn-lt"/>
                <a:ea typeface="+mn-ea"/>
                <a:cs typeface="+mn-cs"/>
              </a:defRPr>
            </a:lvl9pPr>
          </a:lstStyle>
          <a:p>
            <a:pPr lvl="0"/>
            <a:r>
              <a:t>Click to edit next</a:t>
            </a:r>
          </a:p>
        </p:txBody>
      </p:sp>
      <p:sp>
        <p:nvSpPr>
          <p:cNvPr id="5" name="footer-affiliation"/>
          <p:cNvSpPr>
            <a:spLocks xmlns:a="http://schemas.openxmlformats.org/drawingml/2006/main" noGrp="1"/>
          </p:cNvSpPr>
          <p:nvPr>
            <p:ph type="ftr" idx="90"/>
          </p:nvPr>
        </p:nvSpPr>
        <p:spPr>
          <a:xfrm xmlns:a="http://schemas.openxmlformats.org/drawingml/2006/main">
            <a:off x="762000" y="63055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xmlns:a="http://schemas.openxmlformats.org/drawingml/2006/main">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6" name="footer-page"/>
          <p:cNvSpPr>
            <a:spLocks xmlns:a="http://schemas.openxmlformats.org/drawingml/2006/main" noGrp="1"/>
          </p:cNvSpPr>
          <p:nvPr>
            <p:ph type="sldNum" idx="91"/>
          </p:nvPr>
        </p:nvSpPr>
        <p:spPr>
          <a:xfrm xmlns:a="http://schemas.openxmlformats.org/drawingml/2006/main">
            <a:off x="10839450" y="6305550"/>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xmlns:a="http://schemas.openxmlformats.org/drawingml/2006/main">
            <a:pPr algn="r">
              <a:defRPr sz="1100" b="0">
                <a:solidFill>
                  <a:srgbClr val="52677A"/>
                </a:solidFill>
                <a:latin typeface="Arial"/>
                <a:ea typeface="Arial"/>
                <a:cs typeface="Arial"/>
              </a:defRPr>
            </a:pPr>
            <a:fld id="{03E3B4CD-9A07-4E99-9DCC-D3A5FB396284}" type="slidenum">
              <a:rPr sz="1100" b="0">
                <a:solidFill>
                  <a:srgbClr val="52677A"/>
                </a:solidFill>
                <a:latin typeface="Arial"/>
                <a:ea typeface="Arial"/>
                <a:cs typeface="Arial"/>
              </a:rPr>
              <a:t>1</a:t>
            </a:fld>
          </a:p>
        </p:txBody>
      </p:sp>
    </p:spTree>
  </p:cSld>
  <p:clrMapOvr>
    <a:masterClrMapping/>
  </p:clrMapOvr>
  <p:hf hdr="0" ftr="1" dt="0" sldNum="1"/>
</p:sldLayout>
</file>

<file path=ppt/slideLayouts/slideLayoutAcademic18.xml><?xml version="1.0" encoding="utf-8"?>
<p:sldLayout xmlns:p="http://schemas.openxmlformats.org/presentationml/2006/main" xmlns:a="http://schemas.openxmlformats.org/drawingml/2006/main" xmlns:r="http://schemas.openxmlformats.org/officeDocument/2006/relationships" type="cust" preserve="1">
  <p:cSld name="18 Questions">
    <p:bg>
      <p:bgPr>
        <a:solidFill>
          <a:srgbClr val="FFFFFF"/>
        </a:solidFill>
      </p:bgPr>
    </p:bg>
    <p:spTree>
      <p:nvGrpSpPr>
        <p:cNvPr id="1" name=""/>
        <p:cNvGrpSpPr/>
        <p:nvPr/>
      </p:nvGrpSpPr>
      <p:grpSpPr>
        <a:xfrm/>
      </p:grpSpPr>
      <p:sp>
        <p:nvSpPr>
          <p:cNvPr id="2" name="slot:title"/>
          <p:cNvSpPr>
            <a:spLocks noGrp="1"/>
          </p:cNvSpPr>
          <p:nvPr>
            <p:ph type="title" idx="0"/>
          </p:nvPr>
        </p:nvSpPr>
        <p:spPr>
          <a:xfrm>
            <a:off x="762000" y="2590800"/>
            <a:ext cx="10668000" cy="1371600"/>
          </a:xfrm>
          <a:prstGeom prst="rect">
            <a:avLst/>
          </a:prstGeom>
          <a:noFill/>
          <a:ln w="0">
            <a:noFill/>
          </a:ln>
        </p:spPr>
        <p:txBody>
          <a:bodyPr wrap="square" lIns="0" rIns="0" tIns="0" bIns="0" anchor="t">
            <a:noAutofit/>
          </a:bodyPr>
          <a:lstStyle>
            <a:defPPr algn="l">
              <a:buNone/>
              <a:defRPr sz="5000" b="0">
                <a:solidFill>
                  <a:srgbClr val="142D45"/>
                </a:solidFill>
                <a:latin typeface="+mj-lt"/>
                <a:ea typeface="+mj-ea"/>
                <a:cs typeface="+mj-cs"/>
              </a:defRPr>
            </a:defPPr>
            <a:lvl1pPr algn="l">
              <a:buNone/>
              <a:defRPr sz="5000" b="0">
                <a:solidFill>
                  <a:srgbClr val="142D45"/>
                </a:solidFill>
                <a:latin typeface="+mj-lt"/>
                <a:ea typeface="+mj-ea"/>
                <a:cs typeface="+mj-cs"/>
              </a:defRPr>
            </a:lvl1pPr>
            <a:lvl2pPr algn="l">
              <a:buNone/>
              <a:defRPr sz="5000" b="0">
                <a:solidFill>
                  <a:srgbClr val="142D45"/>
                </a:solidFill>
                <a:latin typeface="+mj-lt"/>
                <a:ea typeface="+mj-ea"/>
                <a:cs typeface="+mj-cs"/>
              </a:defRPr>
            </a:lvl2pPr>
            <a:lvl3pPr algn="l">
              <a:buNone/>
              <a:defRPr sz="5000" b="0">
                <a:solidFill>
                  <a:srgbClr val="142D45"/>
                </a:solidFill>
                <a:latin typeface="+mj-lt"/>
                <a:ea typeface="+mj-ea"/>
                <a:cs typeface="+mj-cs"/>
              </a:defRPr>
            </a:lvl3pPr>
            <a:lvl4pPr algn="l">
              <a:buNone/>
              <a:defRPr sz="5000" b="0">
                <a:solidFill>
                  <a:srgbClr val="142D45"/>
                </a:solidFill>
                <a:latin typeface="+mj-lt"/>
                <a:ea typeface="+mj-ea"/>
                <a:cs typeface="+mj-cs"/>
              </a:defRPr>
            </a:lvl4pPr>
            <a:lvl5pPr algn="l">
              <a:buNone/>
              <a:defRPr sz="5000" b="0">
                <a:solidFill>
                  <a:srgbClr val="142D45"/>
                </a:solidFill>
                <a:latin typeface="+mj-lt"/>
                <a:ea typeface="+mj-ea"/>
                <a:cs typeface="+mj-cs"/>
              </a:defRPr>
            </a:lvl5pPr>
            <a:lvl6pPr algn="l">
              <a:buNone/>
              <a:defRPr sz="5000" b="0">
                <a:solidFill>
                  <a:srgbClr val="142D45"/>
                </a:solidFill>
                <a:latin typeface="+mj-lt"/>
                <a:ea typeface="+mj-ea"/>
                <a:cs typeface="+mj-cs"/>
              </a:defRPr>
            </a:lvl6pPr>
            <a:lvl7pPr algn="l">
              <a:buNone/>
              <a:defRPr sz="5000" b="0">
                <a:solidFill>
                  <a:srgbClr val="142D45"/>
                </a:solidFill>
                <a:latin typeface="+mj-lt"/>
                <a:ea typeface="+mj-ea"/>
                <a:cs typeface="+mj-cs"/>
              </a:defRPr>
            </a:lvl7pPr>
            <a:lvl8pPr algn="l">
              <a:buNone/>
              <a:defRPr sz="5000" b="0">
                <a:solidFill>
                  <a:srgbClr val="142D45"/>
                </a:solidFill>
                <a:latin typeface="+mj-lt"/>
                <a:ea typeface="+mj-ea"/>
                <a:cs typeface="+mj-cs"/>
              </a:defRPr>
            </a:lvl8pPr>
            <a:lvl9pPr algn="l">
              <a:buNone/>
              <a:defRPr sz="5000" b="0">
                <a:solidFill>
                  <a:srgbClr val="142D45"/>
                </a:solidFill>
                <a:latin typeface="+mj-lt"/>
                <a:ea typeface="+mj-ea"/>
                <a:cs typeface="+mj-cs"/>
              </a:defRPr>
            </a:lvl9pPr>
          </a:lstStyle>
          <a:p>
            <a:pPr lvl="0"/>
            <a:r>
              <a:t>Click to edit title</a:t>
            </a:r>
          </a:p>
        </p:txBody>
      </p:sp>
      <p:sp>
        <p:nvSpPr>
          <p:cNvPr id="3" name="slot:presenter"/>
          <p:cNvSpPr>
            <a:spLocks noGrp="1"/>
          </p:cNvSpPr>
          <p:nvPr>
            <p:ph type="body" idx="1"/>
          </p:nvPr>
        </p:nvSpPr>
        <p:spPr>
          <a:xfrm>
            <a:off x="762000" y="5029200"/>
            <a:ext cx="10668000" cy="457200"/>
          </a:xfrm>
          <a:prstGeom prst="rect">
            <a:avLst/>
          </a:prstGeom>
          <a:noFill/>
          <a:ln w="0">
            <a:noFill/>
          </a:ln>
        </p:spPr>
        <p:txBody>
          <a:bodyPr wrap="square" lIns="0" rIns="0" tIns="0" bIns="0" anchor="t">
            <a:noAutofit/>
          </a:bodyPr>
          <a:lstStyle>
            <a:defPPr algn="l">
              <a:buNone/>
              <a:defRPr sz="2400" b="0">
                <a:solidFill>
                  <a:srgbClr val="182C3F"/>
                </a:solidFill>
                <a:latin typeface="+mn-lt"/>
                <a:ea typeface="+mn-ea"/>
                <a:cs typeface="+mn-cs"/>
              </a:defRPr>
            </a:defPPr>
            <a:lvl1pPr algn="l">
              <a:buNone/>
              <a:defRPr sz="2400" b="0">
                <a:solidFill>
                  <a:srgbClr val="182C3F"/>
                </a:solidFill>
                <a:latin typeface="+mn-lt"/>
                <a:ea typeface="+mn-ea"/>
                <a:cs typeface="+mn-cs"/>
              </a:defRPr>
            </a:lvl1pPr>
            <a:lvl2pPr algn="l">
              <a:buNone/>
              <a:defRPr sz="22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r>
              <a:t>Click to edit presenter</a:t>
            </a:r>
          </a:p>
        </p:txBody>
      </p:sp>
      <p:sp>
        <p:nvSpPr>
          <p:cNvPr id="4" name="slot:affiliation"/>
          <p:cNvSpPr>
            <a:spLocks noGrp="1"/>
          </p:cNvSpPr>
          <p:nvPr>
            <p:ph type="body" idx="2"/>
          </p:nvPr>
        </p:nvSpPr>
        <p:spPr>
          <a:xfrm>
            <a:off x="762000" y="5734050"/>
            <a:ext cx="10668000" cy="361950"/>
          </a:xfrm>
          <a:prstGeom prst="rect">
            <a:avLst/>
          </a:prstGeom>
          <a:noFill/>
          <a:ln w="0">
            <a:noFill/>
          </a:ln>
        </p:spPr>
        <p:txBody>
          <a:bodyPr wrap="square" lIns="0" rIns="0" tIns="0" bIns="0" anchor="t">
            <a:noAutofit/>
          </a:bodyPr>
          <a:lstStyle>
            <a:defPPr algn="l">
              <a:buNone/>
              <a:defRPr sz="2000" b="0">
                <a:solidFill>
                  <a:srgbClr val="52677A"/>
                </a:solidFill>
                <a:latin typeface="+mn-lt"/>
                <a:ea typeface="+mn-ea"/>
                <a:cs typeface="+mn-cs"/>
              </a:defRPr>
            </a:defPPr>
            <a:lvl1pPr algn="l">
              <a:buNone/>
              <a:defRPr sz="2000" b="0">
                <a:solidFill>
                  <a:srgbClr val="52677A"/>
                </a:solidFill>
                <a:latin typeface="+mn-lt"/>
                <a:ea typeface="+mn-ea"/>
                <a:cs typeface="+mn-cs"/>
              </a:defRPr>
            </a:lvl1pPr>
            <a:lvl2pPr algn="l">
              <a:buNone/>
              <a:defRPr sz="20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r>
              <a:t>Click to edit affiliation</a:t>
            </a:r>
          </a:p>
        </p:txBody>
      </p:sp>
    </p:spTree>
  </p:cSld>
  <p:clrMapOvr>
    <a:masterClrMapping/>
  </p:clrMapOvr>
  <p:hf hdr="0" ftr="0" dt="0" sldNum="0"/>
</p:sldLayout>
</file>

<file path=ppt/slideLayouts/slideLayoutAcademic19.xml><?xml version="1.0" encoding="utf-8"?>
<p:sldLayout xmlns:p="http://schemas.openxmlformats.org/presentationml/2006/main" xmlns:a="http://schemas.openxmlformats.org/drawingml/2006/main" xmlns:r="http://schemas.openxmlformats.org/officeDocument/2006/relationships" type="cust" preserve="1">
  <p:cSld name="19 Appendix divider">
    <p:bg>
      <p:bgPr>
        <a:solidFill>
          <a:srgbClr val="FFFFFF"/>
        </a:solidFill>
      </p:bgPr>
    </p:bg>
    <p:spTree>
      <p:nvGrpSpPr>
        <p:cNvPr id="1" name=""/>
        <p:cNvGrpSpPr/>
        <p:nvPr/>
      </p:nvGrpSpPr>
      <p:grpSpPr>
        <a:xfrm/>
      </p:grpSpPr>
      <p:sp>
        <p:nvSpPr>
          <p:cNvPr id="2" name="slot:section-number"/>
          <p:cNvSpPr>
            <a:spLocks noGrp="1"/>
          </p:cNvSpPr>
          <p:nvPr>
            <p:ph type="body" idx="0"/>
          </p:nvPr>
        </p:nvSpPr>
        <p:spPr>
          <a:xfrm>
            <a:off x="762000" y="1847850"/>
            <a:ext cx="2857500" cy="819150"/>
          </a:xfrm>
          <a:prstGeom prst="rect">
            <a:avLst/>
          </a:prstGeom>
          <a:noFill/>
          <a:ln w="0">
            <a:noFill/>
          </a:ln>
        </p:spPr>
        <p:txBody>
          <a:bodyPr wrap="square" lIns="0" rIns="0" tIns="0" bIns="0" anchor="t">
            <a:noAutofit/>
          </a:bodyPr>
          <a:lstStyle>
            <a:defPPr algn="l">
              <a:buNone/>
              <a:defRPr sz="4000" b="0">
                <a:solidFill>
                  <a:srgbClr val="315D8A"/>
                </a:solidFill>
                <a:latin typeface="+mj-lt"/>
                <a:ea typeface="+mj-ea"/>
                <a:cs typeface="+mj-cs"/>
              </a:defRPr>
            </a:defPPr>
            <a:lvl1pPr algn="l">
              <a:buNone/>
              <a:defRPr sz="4000" b="0">
                <a:solidFill>
                  <a:srgbClr val="315D8A"/>
                </a:solidFill>
                <a:latin typeface="+mj-lt"/>
                <a:ea typeface="+mj-ea"/>
                <a:cs typeface="+mj-cs"/>
              </a:defRPr>
            </a:lvl1pPr>
            <a:lvl2pPr algn="l">
              <a:buNone/>
              <a:defRPr sz="3800" b="0">
                <a:solidFill>
                  <a:srgbClr val="315D8A"/>
                </a:solidFill>
                <a:latin typeface="+mj-lt"/>
                <a:ea typeface="+mj-ea"/>
                <a:cs typeface="+mj-cs"/>
              </a:defRPr>
            </a:lvl2pPr>
            <a:lvl3pPr algn="l">
              <a:buNone/>
              <a:defRPr sz="3600" b="0">
                <a:solidFill>
                  <a:srgbClr val="315D8A"/>
                </a:solidFill>
                <a:latin typeface="+mj-lt"/>
                <a:ea typeface="+mj-ea"/>
                <a:cs typeface="+mj-cs"/>
              </a:defRPr>
            </a:lvl3pPr>
            <a:lvl4pPr algn="l">
              <a:buNone/>
              <a:defRPr sz="3400" b="0">
                <a:solidFill>
                  <a:srgbClr val="315D8A"/>
                </a:solidFill>
                <a:latin typeface="+mj-lt"/>
                <a:ea typeface="+mj-ea"/>
                <a:cs typeface="+mj-cs"/>
              </a:defRPr>
            </a:lvl4pPr>
            <a:lvl5pPr algn="l">
              <a:buNone/>
              <a:defRPr sz="3200" b="0">
                <a:solidFill>
                  <a:srgbClr val="315D8A"/>
                </a:solidFill>
                <a:latin typeface="+mj-lt"/>
                <a:ea typeface="+mj-ea"/>
                <a:cs typeface="+mj-cs"/>
              </a:defRPr>
            </a:lvl5pPr>
            <a:lvl6pPr algn="l">
              <a:buNone/>
              <a:defRPr sz="3000" b="0">
                <a:solidFill>
                  <a:srgbClr val="315D8A"/>
                </a:solidFill>
                <a:latin typeface="+mj-lt"/>
                <a:ea typeface="+mj-ea"/>
                <a:cs typeface="+mj-cs"/>
              </a:defRPr>
            </a:lvl6pPr>
            <a:lvl7pPr algn="l">
              <a:buNone/>
              <a:defRPr sz="2800" b="0">
                <a:solidFill>
                  <a:srgbClr val="315D8A"/>
                </a:solidFill>
                <a:latin typeface="+mj-lt"/>
                <a:ea typeface="+mj-ea"/>
                <a:cs typeface="+mj-cs"/>
              </a:defRPr>
            </a:lvl7pPr>
            <a:lvl8pPr algn="l">
              <a:buNone/>
              <a:defRPr sz="2600" b="0">
                <a:solidFill>
                  <a:srgbClr val="315D8A"/>
                </a:solidFill>
                <a:latin typeface="+mj-lt"/>
                <a:ea typeface="+mj-ea"/>
                <a:cs typeface="+mj-cs"/>
              </a:defRPr>
            </a:lvl8pPr>
            <a:lvl9pPr algn="l">
              <a:buNone/>
              <a:defRPr sz="2400" b="0">
                <a:solidFill>
                  <a:srgbClr val="315D8A"/>
                </a:solidFill>
                <a:latin typeface="+mj-lt"/>
                <a:ea typeface="+mj-ea"/>
                <a:cs typeface="+mj-cs"/>
              </a:defRPr>
            </a:lvl9pPr>
          </a:lstStyle>
          <a:p>
            <a:pPr lvl="0"/>
            <a:r>
              <a:t>Click to edit section-number</a:t>
            </a:r>
          </a:p>
        </p:txBody>
      </p:sp>
      <p:sp>
        <p:nvSpPr>
          <p:cNvPr id="3" name="slot:title"/>
          <p:cNvSpPr>
            <a:spLocks noGrp="1"/>
          </p:cNvSpPr>
          <p:nvPr>
            <p:ph type="title" idx="1"/>
          </p:nvPr>
        </p:nvSpPr>
        <p:spPr>
          <a:xfrm>
            <a:off x="762000" y="3048000"/>
            <a:ext cx="10668000" cy="1238250"/>
          </a:xfrm>
          <a:prstGeom prst="rect">
            <a:avLst/>
          </a:prstGeom>
          <a:noFill/>
          <a:ln w="0">
            <a:noFill/>
          </a:ln>
        </p:spPr>
        <p:txBody>
          <a:bodyPr wrap="square" lIns="0" rIns="0" tIns="0" bIns="0" anchor="t">
            <a:noAutofit/>
          </a:bodyPr>
          <a:lstStyle>
            <a:defPPr algn="l">
              <a:buNone/>
              <a:defRPr sz="4800" b="0">
                <a:solidFill>
                  <a:srgbClr val="142D45"/>
                </a:solidFill>
                <a:latin typeface="+mj-lt"/>
                <a:ea typeface="+mj-ea"/>
                <a:cs typeface="+mj-cs"/>
              </a:defRPr>
            </a:defPPr>
            <a:lvl1pPr algn="l">
              <a:buNone/>
              <a:defRPr sz="4800" b="0">
                <a:solidFill>
                  <a:srgbClr val="142D45"/>
                </a:solidFill>
                <a:latin typeface="+mj-lt"/>
                <a:ea typeface="+mj-ea"/>
                <a:cs typeface="+mj-cs"/>
              </a:defRPr>
            </a:lvl1pPr>
            <a:lvl2pPr algn="l">
              <a:buNone/>
              <a:defRPr sz="4800" b="0">
                <a:solidFill>
                  <a:srgbClr val="142D45"/>
                </a:solidFill>
                <a:latin typeface="+mj-lt"/>
                <a:ea typeface="+mj-ea"/>
                <a:cs typeface="+mj-cs"/>
              </a:defRPr>
            </a:lvl2pPr>
            <a:lvl3pPr algn="l">
              <a:buNone/>
              <a:defRPr sz="4800" b="0">
                <a:solidFill>
                  <a:srgbClr val="142D45"/>
                </a:solidFill>
                <a:latin typeface="+mj-lt"/>
                <a:ea typeface="+mj-ea"/>
                <a:cs typeface="+mj-cs"/>
              </a:defRPr>
            </a:lvl3pPr>
            <a:lvl4pPr algn="l">
              <a:buNone/>
              <a:defRPr sz="4800" b="0">
                <a:solidFill>
                  <a:srgbClr val="142D45"/>
                </a:solidFill>
                <a:latin typeface="+mj-lt"/>
                <a:ea typeface="+mj-ea"/>
                <a:cs typeface="+mj-cs"/>
              </a:defRPr>
            </a:lvl4pPr>
            <a:lvl5pPr algn="l">
              <a:buNone/>
              <a:defRPr sz="4800" b="0">
                <a:solidFill>
                  <a:srgbClr val="142D45"/>
                </a:solidFill>
                <a:latin typeface="+mj-lt"/>
                <a:ea typeface="+mj-ea"/>
                <a:cs typeface="+mj-cs"/>
              </a:defRPr>
            </a:lvl5pPr>
            <a:lvl6pPr algn="l">
              <a:buNone/>
              <a:defRPr sz="4800" b="0">
                <a:solidFill>
                  <a:srgbClr val="142D45"/>
                </a:solidFill>
                <a:latin typeface="+mj-lt"/>
                <a:ea typeface="+mj-ea"/>
                <a:cs typeface="+mj-cs"/>
              </a:defRPr>
            </a:lvl6pPr>
            <a:lvl7pPr algn="l">
              <a:buNone/>
              <a:defRPr sz="4800" b="0">
                <a:solidFill>
                  <a:srgbClr val="142D45"/>
                </a:solidFill>
                <a:latin typeface="+mj-lt"/>
                <a:ea typeface="+mj-ea"/>
                <a:cs typeface="+mj-cs"/>
              </a:defRPr>
            </a:lvl7pPr>
            <a:lvl8pPr algn="l">
              <a:buNone/>
              <a:defRPr sz="4800" b="0">
                <a:solidFill>
                  <a:srgbClr val="142D45"/>
                </a:solidFill>
                <a:latin typeface="+mj-lt"/>
                <a:ea typeface="+mj-ea"/>
                <a:cs typeface="+mj-cs"/>
              </a:defRPr>
            </a:lvl8pPr>
            <a:lvl9pPr algn="l">
              <a:buNone/>
              <a:defRPr sz="4800" b="0">
                <a:solidFill>
                  <a:srgbClr val="142D45"/>
                </a:solidFill>
                <a:latin typeface="+mj-lt"/>
                <a:ea typeface="+mj-ea"/>
                <a:cs typeface="+mj-cs"/>
              </a:defRPr>
            </a:lvl9pPr>
          </a:lstStyle>
          <a:p>
            <a:pPr lvl="0"/>
            <a:r>
              <a:t>Click to edit title</a:t>
            </a:r>
          </a:p>
        </p:txBody>
      </p:sp>
      <p:sp>
        <p:nvSpPr>
          <p:cNvPr id="4" name="slot:subtitle"/>
          <p:cNvSpPr>
            <a:spLocks noGrp="1"/>
          </p:cNvSpPr>
          <p:nvPr>
            <p:ph type="subTitle" idx="2"/>
          </p:nvPr>
        </p:nvSpPr>
        <p:spPr>
          <a:xfrm>
            <a:off x="762000" y="4791075"/>
            <a:ext cx="10668000" cy="495300"/>
          </a:xfrm>
          <a:prstGeom prst="rect">
            <a:avLst/>
          </a:prstGeom>
          <a:noFill/>
          <a:ln w="0">
            <a:noFill/>
          </a:ln>
        </p:spPr>
        <p:txBody>
          <a:bodyPr wrap="square" lIns="0" rIns="0" tIns="0" bIns="0" anchor="t">
            <a:noAutofit/>
          </a:bodyPr>
          <a:lstStyle>
            <a:defPPr algn="l">
              <a:buNone/>
              <a:defRPr sz="2400" b="0">
                <a:solidFill>
                  <a:srgbClr val="52677A"/>
                </a:solidFill>
                <a:latin typeface="+mn-lt"/>
                <a:ea typeface="+mn-ea"/>
                <a:cs typeface="+mn-cs"/>
              </a:defRPr>
            </a:defPPr>
            <a:lvl1pPr algn="l">
              <a:buNone/>
              <a:defRPr sz="2400" b="0">
                <a:solidFill>
                  <a:srgbClr val="52677A"/>
                </a:solidFill>
                <a:latin typeface="+mn-lt"/>
                <a:ea typeface="+mn-ea"/>
                <a:cs typeface="+mn-cs"/>
              </a:defRPr>
            </a:lvl1pPr>
            <a:lvl2pPr algn="l">
              <a:buNone/>
              <a:defRPr sz="2400" b="0">
                <a:solidFill>
                  <a:srgbClr val="52677A"/>
                </a:solidFill>
                <a:latin typeface="+mn-lt"/>
                <a:ea typeface="+mn-ea"/>
                <a:cs typeface="+mn-cs"/>
              </a:defRPr>
            </a:lvl2pPr>
            <a:lvl3pPr algn="l">
              <a:buNone/>
              <a:defRPr sz="2400" b="0">
                <a:solidFill>
                  <a:srgbClr val="52677A"/>
                </a:solidFill>
                <a:latin typeface="+mn-lt"/>
                <a:ea typeface="+mn-ea"/>
                <a:cs typeface="+mn-cs"/>
              </a:defRPr>
            </a:lvl3pPr>
            <a:lvl4pPr algn="l">
              <a:buNone/>
              <a:defRPr sz="2400" b="0">
                <a:solidFill>
                  <a:srgbClr val="52677A"/>
                </a:solidFill>
                <a:latin typeface="+mn-lt"/>
                <a:ea typeface="+mn-ea"/>
                <a:cs typeface="+mn-cs"/>
              </a:defRPr>
            </a:lvl4pPr>
            <a:lvl5pPr algn="l">
              <a:buNone/>
              <a:defRPr sz="2400" b="0">
                <a:solidFill>
                  <a:srgbClr val="52677A"/>
                </a:solidFill>
                <a:latin typeface="+mn-lt"/>
                <a:ea typeface="+mn-ea"/>
                <a:cs typeface="+mn-cs"/>
              </a:defRPr>
            </a:lvl5pPr>
            <a:lvl6pPr algn="l">
              <a:buNone/>
              <a:defRPr sz="2400" b="0">
                <a:solidFill>
                  <a:srgbClr val="52677A"/>
                </a:solidFill>
                <a:latin typeface="+mn-lt"/>
                <a:ea typeface="+mn-ea"/>
                <a:cs typeface="+mn-cs"/>
              </a:defRPr>
            </a:lvl6pPr>
            <a:lvl7pPr algn="l">
              <a:buNone/>
              <a:defRPr sz="2400" b="0">
                <a:solidFill>
                  <a:srgbClr val="52677A"/>
                </a:solidFill>
                <a:latin typeface="+mn-lt"/>
                <a:ea typeface="+mn-ea"/>
                <a:cs typeface="+mn-cs"/>
              </a:defRPr>
            </a:lvl7pPr>
            <a:lvl8pPr algn="l">
              <a:buNone/>
              <a:defRPr sz="2400" b="0">
                <a:solidFill>
                  <a:srgbClr val="52677A"/>
                </a:solidFill>
                <a:latin typeface="+mn-lt"/>
                <a:ea typeface="+mn-ea"/>
                <a:cs typeface="+mn-cs"/>
              </a:defRPr>
            </a:lvl8pPr>
            <a:lvl9pPr algn="l">
              <a:buNone/>
              <a:defRPr sz="2400" b="0">
                <a:solidFill>
                  <a:srgbClr val="52677A"/>
                </a:solidFill>
                <a:latin typeface="+mn-lt"/>
                <a:ea typeface="+mn-ea"/>
                <a:cs typeface="+mn-cs"/>
              </a:defRPr>
            </a:lvl9pPr>
          </a:lstStyle>
          <a:p>
            <a:pPr lvl="0"/>
            <a:r>
              <a:t>Click to edit subtitle</a:t>
            </a:r>
          </a:p>
        </p:txBody>
      </p:sp>
      <p:sp>
        <p:nvSpPr>
          <p:cNvPr id="5" name="footer-affiliation"/>
          <p:cNvSpPr>
            <a:spLocks xmlns:a="http://schemas.openxmlformats.org/drawingml/2006/main" noGrp="1"/>
          </p:cNvSpPr>
          <p:nvPr>
            <p:ph type="ftr" idx="90"/>
          </p:nvPr>
        </p:nvSpPr>
        <p:spPr>
          <a:xfrm xmlns:a="http://schemas.openxmlformats.org/drawingml/2006/main">
            <a:off x="762000" y="63055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xmlns:a="http://schemas.openxmlformats.org/drawingml/2006/main">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6" name="footer-page"/>
          <p:cNvSpPr>
            <a:spLocks xmlns:a="http://schemas.openxmlformats.org/drawingml/2006/main" noGrp="1"/>
          </p:cNvSpPr>
          <p:nvPr>
            <p:ph type="sldNum" idx="91"/>
          </p:nvPr>
        </p:nvSpPr>
        <p:spPr>
          <a:xfrm xmlns:a="http://schemas.openxmlformats.org/drawingml/2006/main">
            <a:off x="10839450" y="6305550"/>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xmlns:a="http://schemas.openxmlformats.org/drawingml/2006/main">
            <a:pPr algn="r">
              <a:defRPr sz="1100" b="0">
                <a:solidFill>
                  <a:srgbClr val="52677A"/>
                </a:solidFill>
                <a:latin typeface="Arial"/>
                <a:ea typeface="Arial"/>
                <a:cs typeface="Arial"/>
              </a:defRPr>
            </a:pPr>
            <a:fld id="{507157D9-DF7C-453D-819D-EDF35C030D70}" type="slidenum">
              <a:rPr sz="1100" b="0">
                <a:solidFill>
                  <a:srgbClr val="52677A"/>
                </a:solidFill>
                <a:latin typeface="Arial"/>
                <a:ea typeface="Arial"/>
                <a:cs typeface="Arial"/>
              </a:rPr>
              <a:t>1</a:t>
            </a:fld>
          </a:p>
        </p:txBody>
      </p:sp>
    </p:spTree>
  </p:cSld>
  <p:clrMapOvr>
    <a:masterClrMapping/>
  </p:clrMapOvr>
  <p:hf hdr="0" ftr="1" dt="0" sldNum="1"/>
</p:sldLayout>
</file>

<file path=ppt/slideLayouts/slideLayoutAcademic20.xml><?xml version="1.0" encoding="utf-8"?>
<p:sldLayout xmlns:p="http://schemas.openxmlformats.org/presentationml/2006/main" xmlns:a="http://schemas.openxmlformats.org/drawingml/2006/main" xmlns:r="http://schemas.openxmlformats.org/officeDocument/2006/relationships" type="cust" preserve="1">
  <p:cSld name="20 References">
    <p:bg>
      <p:bgPr>
        <a:solidFill>
          <a:srgbClr val="FFFFFF"/>
        </a:solidFill>
      </p:bgPr>
    </p:bg>
    <p:spTree>
      <p:nvGrpSpPr>
        <p:cNvPr id="1" name=""/>
        <p:cNvGrpSpPr/>
        <p:nvPr/>
      </p:nvGrpSpPr>
      <p:grpSpPr>
        <a:xfrm/>
      </p:grpSpPr>
      <p:sp>
        <p:nvSpPr>
          <p:cNvPr id="2" name="slot:title"/>
          <p:cNvSpPr>
            <a:spLocks noGrp="1"/>
          </p:cNvSpPr>
          <p:nvPr>
            <p:ph type="title" idx="0"/>
          </p:nvPr>
        </p:nvSpPr>
        <p:spPr>
          <a:xfrm>
            <a:off x="762000" y="571500"/>
            <a:ext cx="10668000" cy="1219200"/>
          </a:xfrm>
          <a:prstGeom prst="rect">
            <a:avLst/>
          </a:prstGeom>
          <a:noFill/>
          <a:ln w="0">
            <a:noFill/>
          </a:ln>
        </p:spPr>
        <p:txBody>
          <a:bodyPr wrap="square" lIns="0" rIns="0" t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r>
              <a:t>Click to edit title</a:t>
            </a:r>
          </a:p>
        </p:txBody>
      </p:sp>
      <p:sp>
        <p:nvSpPr>
          <p:cNvPr id="3" name="slot:references"/>
          <p:cNvSpPr>
            <a:spLocks noGrp="1"/>
          </p:cNvSpPr>
          <p:nvPr>
            <p:ph type="body" idx="1"/>
          </p:nvPr>
        </p:nvSpPr>
        <p:spPr>
          <a:xfrm>
            <a:off x="762000" y="2152650"/>
            <a:ext cx="10668000" cy="3524250"/>
          </a:xfrm>
          <a:prstGeom prst="rect">
            <a:avLst/>
          </a:prstGeom>
          <a:noFill/>
          <a:ln w="0">
            <a:noFill/>
          </a:ln>
        </p:spPr>
        <p:txBody>
          <a:bodyPr wrap="square" lIns="0" rIns="0" tIns="0" bIns="0" anchor="t">
            <a:noAutofit/>
          </a:bodyPr>
          <a:lstStyle>
            <a:defPPr algn="l">
              <a:buNone/>
              <a:defRPr sz="1600" b="0">
                <a:solidFill>
                  <a:srgbClr val="182C3F"/>
                </a:solidFill>
                <a:latin typeface="+mn-lt"/>
                <a:ea typeface="+mn-ea"/>
                <a:cs typeface="+mn-cs"/>
              </a:defRPr>
            </a:defPPr>
            <a:lvl1pPr algn="l">
              <a:buNone/>
              <a:defRPr sz="2000" b="0">
                <a:solidFill>
                  <a:srgbClr val="182C3F"/>
                </a:solidFill>
                <a:latin typeface="+mn-lt"/>
                <a:ea typeface="+mn-ea"/>
                <a:cs typeface="+mn-cs"/>
              </a:defRPr>
            </a:lvl1pPr>
            <a:lvl2pPr algn="l">
              <a:buNone/>
              <a:defRPr sz="20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r>
              <a:t>Click to edit references</a:t>
            </a:r>
          </a:p>
        </p:txBody>
      </p:sp>
      <p:sp>
        <p:nvSpPr>
          <p:cNvPr id="4" name="footer-affiliation"/>
          <p:cNvSpPr>
            <a:spLocks xmlns:a="http://schemas.openxmlformats.org/drawingml/2006/main" noGrp="1"/>
          </p:cNvSpPr>
          <p:nvPr>
            <p:ph type="ftr" idx="90"/>
          </p:nvPr>
        </p:nvSpPr>
        <p:spPr>
          <a:xfrm xmlns:a="http://schemas.openxmlformats.org/drawingml/2006/main">
            <a:off x="762000" y="630555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xmlns:a="http://schemas.openxmlformats.org/drawingml/2006/main">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5" name="footer-page"/>
          <p:cNvSpPr>
            <a:spLocks xmlns:a="http://schemas.openxmlformats.org/drawingml/2006/main" noGrp="1"/>
          </p:cNvSpPr>
          <p:nvPr>
            <p:ph type="sldNum" idx="91"/>
          </p:nvPr>
        </p:nvSpPr>
        <p:spPr>
          <a:xfrm xmlns:a="http://schemas.openxmlformats.org/drawingml/2006/main">
            <a:off x="10839450" y="6305550"/>
            <a:ext cx="590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xmlns:a="http://schemas.openxmlformats.org/drawingml/2006/main">
            <a:pPr algn="r">
              <a:defRPr sz="1100" b="0">
                <a:solidFill>
                  <a:srgbClr val="52677A"/>
                </a:solidFill>
                <a:latin typeface="Arial"/>
                <a:ea typeface="Arial"/>
                <a:cs typeface="Arial"/>
              </a:defRPr>
            </a:pPr>
            <a:fld id="{17D2D150-5422-4F77-9B92-07F3812357FC}" type="slidenum">
              <a:rPr sz="1100" b="0">
                <a:solidFill>
                  <a:srgbClr val="52677A"/>
                </a:solidFill>
                <a:latin typeface="Arial"/>
                <a:ea typeface="Arial"/>
                <a:cs typeface="Arial"/>
              </a:rPr>
              <a:t>1</a:t>
            </a:fld>
          </a:p>
        </p:txBody>
      </p:sp>
    </p:spTree>
  </p:cSld>
  <p:clrMapOvr>
    <a:masterClrMapping/>
  </p:clrMapOvr>
  <p:hf hdr="0" ftr="1" dt="0" sldNum="1"/>
</p:sldLayout>
</file>

<file path=ppt/slideMasters/_rels/slideMaster1.xml.rels><?xml version='1.0' encoding='UTF-8' standalone='yes'?>
<Relationships xmlns="http://schemas.openxmlformats.org/package/2006/relationships"><Relationship Id="Re1d26414f0ac498d" Type="http://schemas.openxmlformats.org/officeDocument/2006/relationships/theme" Target="theme/theme2.xml"/><Relationship Id="rIdAcademic1" Type="http://schemas.openxmlformats.org/officeDocument/2006/relationships/slideLayout" Target="../slideLayouts/slideLayoutAcademic1.xml"/><Relationship Id="rIdAcademic10" Type="http://schemas.openxmlformats.org/officeDocument/2006/relationships/slideLayout" Target="../slideLayouts/slideLayoutAcademic10.xml"/><Relationship Id="rIdAcademic11" Type="http://schemas.openxmlformats.org/officeDocument/2006/relationships/slideLayout" Target="../slideLayouts/slideLayoutAcademic11.xml"/><Relationship Id="rIdAcademic12" Type="http://schemas.openxmlformats.org/officeDocument/2006/relationships/slideLayout" Target="../slideLayouts/slideLayoutAcademic12.xml"/><Relationship Id="rIdAcademic13" Type="http://schemas.openxmlformats.org/officeDocument/2006/relationships/slideLayout" Target="../slideLayouts/slideLayoutAcademic13.xml"/><Relationship Id="rIdAcademic14" Type="http://schemas.openxmlformats.org/officeDocument/2006/relationships/slideLayout" Target="../slideLayouts/slideLayoutAcademic14.xml"/><Relationship Id="rIdAcademic15" Type="http://schemas.openxmlformats.org/officeDocument/2006/relationships/slideLayout" Target="../slideLayouts/slideLayoutAcademic15.xml"/><Relationship Id="rIdAcademic16" Type="http://schemas.openxmlformats.org/officeDocument/2006/relationships/slideLayout" Target="../slideLayouts/slideLayoutAcademic16.xml"/><Relationship Id="rIdAcademic17" Type="http://schemas.openxmlformats.org/officeDocument/2006/relationships/slideLayout" Target="../slideLayouts/slideLayoutAcademic17.xml"/><Relationship Id="rIdAcademic18" Type="http://schemas.openxmlformats.org/officeDocument/2006/relationships/slideLayout" Target="../slideLayouts/slideLayoutAcademic18.xml"/><Relationship Id="rIdAcademic19" Type="http://schemas.openxmlformats.org/officeDocument/2006/relationships/slideLayout" Target="../slideLayouts/slideLayoutAcademic19.xml"/><Relationship Id="rIdAcademic2" Type="http://schemas.openxmlformats.org/officeDocument/2006/relationships/slideLayout" Target="../slideLayouts/slideLayoutAcademic2.xml"/><Relationship Id="rIdAcademic20" Type="http://schemas.openxmlformats.org/officeDocument/2006/relationships/slideLayout" Target="../slideLayouts/slideLayoutAcademic20.xml"/><Relationship Id="rIdAcademic3" Type="http://schemas.openxmlformats.org/officeDocument/2006/relationships/slideLayout" Target="../slideLayouts/slideLayoutAcademic3.xml"/><Relationship Id="rIdAcademic4" Type="http://schemas.openxmlformats.org/officeDocument/2006/relationships/slideLayout" Target="../slideLayouts/slideLayoutAcademic4.xml"/><Relationship Id="rIdAcademic5" Type="http://schemas.openxmlformats.org/officeDocument/2006/relationships/slideLayout" Target="../slideLayouts/slideLayoutAcademic5.xml"/><Relationship Id="rIdAcademic6" Type="http://schemas.openxmlformats.org/officeDocument/2006/relationships/slideLayout" Target="../slideLayouts/slideLayoutAcademic6.xml"/><Relationship Id="rIdAcademic7" Type="http://schemas.openxmlformats.org/officeDocument/2006/relationships/slideLayout" Target="../slideLayouts/slideLayoutAcademic7.xml"/><Relationship Id="rIdAcademic8" Type="http://schemas.openxmlformats.org/officeDocument/2006/relationships/slideLayout" Target="../slideLayouts/slideLayoutAcademic8.xml"/><Relationship Id="rIdAcademic9" Type="http://schemas.openxmlformats.org/officeDocument/2006/relationships/slideLayout" Target="../slideLayouts/slideLayoutAcademic9.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id="2147484001" r:id="rIdAcademic1"/>
    <p:sldLayoutId id="2147484002" r:id="rIdAcademic2"/>
    <p:sldLayoutId id="2147484003" r:id="rIdAcademic3"/>
    <p:sldLayoutId id="2147484004" r:id="rIdAcademic4"/>
    <p:sldLayoutId id="2147484005" r:id="rIdAcademic5"/>
    <p:sldLayoutId id="2147484006" r:id="rIdAcademic6"/>
    <p:sldLayoutId id="2147484007" r:id="rIdAcademic7"/>
    <p:sldLayoutId id="2147484008" r:id="rIdAcademic8"/>
    <p:sldLayoutId id="2147484009" r:id="rIdAcademic9"/>
    <p:sldLayoutId id="2147484010" r:id="rIdAcademic10"/>
    <p:sldLayoutId id="2147484011" r:id="rIdAcademic11"/>
    <p:sldLayoutId id="2147484012" r:id="rIdAcademic12"/>
    <p:sldLayoutId id="2147484013" r:id="rIdAcademic13"/>
    <p:sldLayoutId id="2147484014" r:id="rIdAcademic14"/>
    <p:sldLayoutId id="2147484015" r:id="rIdAcademic15"/>
    <p:sldLayoutId id="2147484016" r:id="rIdAcademic16"/>
    <p:sldLayoutId id="2147484017" r:id="rIdAcademic17"/>
    <p:sldLayoutId id="2147484018" r:id="rIdAcademic18"/>
    <p:sldLayoutId id="2147484019" r:id="rIdAcademic19"/>
    <p:sldLayoutId id="2147484020" r:id="rIdAcademic20"/>
  </p:sldLayoutIdLst>
  <p:txStyles>
    <p:titleStyle>
      <a:lvl1pPr algn="l" marL="0" indent="0">
        <a:lnSpc>
          <a:spcPct val="110000"/>
        </a:lnSpc>
        <a:buNone/>
        <a:defRPr sz="3600" b="0">
          <a:solidFill>
            <a:srgbClr val="142D45"/>
          </a:solidFill>
          <a:latin typeface="+mj-lt"/>
          <a:ea typeface="+mj-ea"/>
          <a:cs typeface="+mj-cs"/>
        </a:defRPr>
      </a:lvl1pPr>
      <a:lvl2pPr algn="l" marL="0" indent="0">
        <a:lnSpc>
          <a:spcPct val="110000"/>
        </a:lnSpc>
        <a:buNone/>
        <a:defRPr sz="3600" b="0">
          <a:solidFill>
            <a:srgbClr val="142D45"/>
          </a:solidFill>
          <a:latin typeface="+mj-lt"/>
          <a:ea typeface="+mj-ea"/>
          <a:cs typeface="+mj-cs"/>
        </a:defRPr>
      </a:lvl2pPr>
      <a:lvl3pPr algn="l" marL="0" indent="0">
        <a:lnSpc>
          <a:spcPct val="110000"/>
        </a:lnSpc>
        <a:buNone/>
        <a:defRPr sz="3600" b="0">
          <a:solidFill>
            <a:srgbClr val="142D45"/>
          </a:solidFill>
          <a:latin typeface="+mj-lt"/>
          <a:ea typeface="+mj-ea"/>
          <a:cs typeface="+mj-cs"/>
        </a:defRPr>
      </a:lvl3pPr>
      <a:lvl4pPr algn="l" marL="0" indent="0">
        <a:lnSpc>
          <a:spcPct val="110000"/>
        </a:lnSpc>
        <a:buNone/>
        <a:defRPr sz="3600" b="0">
          <a:solidFill>
            <a:srgbClr val="142D45"/>
          </a:solidFill>
          <a:latin typeface="+mj-lt"/>
          <a:ea typeface="+mj-ea"/>
          <a:cs typeface="+mj-cs"/>
        </a:defRPr>
      </a:lvl4pPr>
      <a:lvl5pPr algn="l" marL="0" indent="0">
        <a:lnSpc>
          <a:spcPct val="110000"/>
        </a:lnSpc>
        <a:buNone/>
        <a:defRPr sz="3600" b="0">
          <a:solidFill>
            <a:srgbClr val="142D45"/>
          </a:solidFill>
          <a:latin typeface="+mj-lt"/>
          <a:ea typeface="+mj-ea"/>
          <a:cs typeface="+mj-cs"/>
        </a:defRPr>
      </a:lvl5pPr>
      <a:lvl6pPr algn="l" marL="0" indent="0">
        <a:lnSpc>
          <a:spcPct val="110000"/>
        </a:lnSpc>
        <a:buNone/>
        <a:defRPr sz="3600" b="0">
          <a:solidFill>
            <a:srgbClr val="142D45"/>
          </a:solidFill>
          <a:latin typeface="+mj-lt"/>
          <a:ea typeface="+mj-ea"/>
          <a:cs typeface="+mj-cs"/>
        </a:defRPr>
      </a:lvl6pPr>
      <a:lvl7pPr algn="l" marL="0" indent="0">
        <a:lnSpc>
          <a:spcPct val="110000"/>
        </a:lnSpc>
        <a:buNone/>
        <a:defRPr sz="3600" b="0">
          <a:solidFill>
            <a:srgbClr val="142D45"/>
          </a:solidFill>
          <a:latin typeface="+mj-lt"/>
          <a:ea typeface="+mj-ea"/>
          <a:cs typeface="+mj-cs"/>
        </a:defRPr>
      </a:lvl7pPr>
      <a:lvl8pPr algn="l" marL="0" indent="0">
        <a:lnSpc>
          <a:spcPct val="110000"/>
        </a:lnSpc>
        <a:buNone/>
        <a:defRPr sz="3600" b="0">
          <a:solidFill>
            <a:srgbClr val="142D45"/>
          </a:solidFill>
          <a:latin typeface="+mj-lt"/>
          <a:ea typeface="+mj-ea"/>
          <a:cs typeface="+mj-cs"/>
        </a:defRPr>
      </a:lvl8pPr>
      <a:lvl9pPr algn="l" marL="0" indent="0">
        <a:lnSpc>
          <a:spcPct val="110000"/>
        </a:lnSpc>
        <a:buNone/>
        <a:defRPr sz="3600" b="0">
          <a:solidFill>
            <a:srgbClr val="142D45"/>
          </a:solidFill>
          <a:latin typeface="+mj-lt"/>
          <a:ea typeface="+mj-ea"/>
          <a:cs typeface="+mj-cs"/>
        </a:defRPr>
      </a:lvl9pPr>
    </p:titleStyle>
    <p:bodyStyle>
      <a:lvl1pPr algn="l" marL="0" indent="0">
        <a:lnSpc>
          <a:spcPct val="110000"/>
        </a:lnSpc>
        <a:buNone/>
        <a:defRPr sz="2400" b="0">
          <a:solidFill>
            <a:srgbClr val="182C3F"/>
          </a:solidFill>
          <a:latin typeface="+mn-lt"/>
          <a:ea typeface="+mn-ea"/>
          <a:cs typeface="+mn-cs"/>
        </a:defRPr>
      </a:lvl1pPr>
      <a:lvl2pPr algn="l" marL="0" indent="0">
        <a:lnSpc>
          <a:spcPct val="110000"/>
        </a:lnSpc>
        <a:buNone/>
        <a:defRPr sz="2200" b="0">
          <a:solidFill>
            <a:srgbClr val="182C3F"/>
          </a:solidFill>
          <a:latin typeface="+mn-lt"/>
          <a:ea typeface="+mn-ea"/>
          <a:cs typeface="+mn-cs"/>
        </a:defRPr>
      </a:lvl2pPr>
      <a:lvl3pPr algn="l" marL="0" indent="0">
        <a:lnSpc>
          <a:spcPct val="110000"/>
        </a:lnSpc>
        <a:buNone/>
        <a:defRPr sz="2000" b="0">
          <a:solidFill>
            <a:srgbClr val="182C3F"/>
          </a:solidFill>
          <a:latin typeface="+mn-lt"/>
          <a:ea typeface="+mn-ea"/>
          <a:cs typeface="+mn-cs"/>
        </a:defRPr>
      </a:lvl3pPr>
      <a:lvl4pPr algn="l" marL="0" indent="0">
        <a:lnSpc>
          <a:spcPct val="110000"/>
        </a:lnSpc>
        <a:buNone/>
        <a:defRPr sz="2000" b="0">
          <a:solidFill>
            <a:srgbClr val="182C3F"/>
          </a:solidFill>
          <a:latin typeface="+mn-lt"/>
          <a:ea typeface="+mn-ea"/>
          <a:cs typeface="+mn-cs"/>
        </a:defRPr>
      </a:lvl4pPr>
      <a:lvl5pPr algn="l" marL="0" indent="0">
        <a:lnSpc>
          <a:spcPct val="110000"/>
        </a:lnSpc>
        <a:buNone/>
        <a:defRPr sz="2000" b="0">
          <a:solidFill>
            <a:srgbClr val="182C3F"/>
          </a:solidFill>
          <a:latin typeface="+mn-lt"/>
          <a:ea typeface="+mn-ea"/>
          <a:cs typeface="+mn-cs"/>
        </a:defRPr>
      </a:lvl5pPr>
      <a:lvl6pPr algn="l" marL="0" indent="0">
        <a:lnSpc>
          <a:spcPct val="110000"/>
        </a:lnSpc>
        <a:buNone/>
        <a:defRPr sz="2000" b="0">
          <a:solidFill>
            <a:srgbClr val="182C3F"/>
          </a:solidFill>
          <a:latin typeface="+mn-lt"/>
          <a:ea typeface="+mn-ea"/>
          <a:cs typeface="+mn-cs"/>
        </a:defRPr>
      </a:lvl6pPr>
      <a:lvl7pPr algn="l" marL="0" indent="0">
        <a:lnSpc>
          <a:spcPct val="110000"/>
        </a:lnSpc>
        <a:buNone/>
        <a:defRPr sz="2000" b="0">
          <a:solidFill>
            <a:srgbClr val="182C3F"/>
          </a:solidFill>
          <a:latin typeface="+mn-lt"/>
          <a:ea typeface="+mn-ea"/>
          <a:cs typeface="+mn-cs"/>
        </a:defRPr>
      </a:lvl7pPr>
      <a:lvl8pPr algn="l" marL="0" indent="0">
        <a:lnSpc>
          <a:spcPct val="110000"/>
        </a:lnSpc>
        <a:buNone/>
        <a:defRPr sz="2000" b="0">
          <a:solidFill>
            <a:srgbClr val="182C3F"/>
          </a:solidFill>
          <a:latin typeface="+mn-lt"/>
          <a:ea typeface="+mn-ea"/>
          <a:cs typeface="+mn-cs"/>
        </a:defRPr>
      </a:lvl8pPr>
      <a:lvl9pPr algn="l" marL="0" indent="0">
        <a:lnSpc>
          <a:spcPct val="110000"/>
        </a:lnSpc>
        <a:buNone/>
        <a:defRPr sz="2000" b="0">
          <a:solidFill>
            <a:srgbClr val="182C3F"/>
          </a:solidFill>
          <a:latin typeface="+mn-lt"/>
          <a:ea typeface="+mn-ea"/>
          <a:cs typeface="+mn-cs"/>
        </a:defRPr>
      </a:lvl9pPr>
    </p:bodyStyle>
    <p:otherStyle>
      <a:lvl1pPr algn="l" marL="0" indent="0">
        <a:lnSpc>
          <a:spcPct val="110000"/>
        </a:lnSpc>
        <a:buNone/>
        <a:defRPr sz="2400" b="0">
          <a:solidFill>
            <a:srgbClr val="182C3F"/>
          </a:solidFill>
          <a:latin typeface="+mn-lt"/>
          <a:ea typeface="+mn-ea"/>
          <a:cs typeface="+mn-cs"/>
        </a:defRPr>
      </a:lvl1pPr>
      <a:lvl2pPr algn="l" marL="0" indent="0">
        <a:lnSpc>
          <a:spcPct val="110000"/>
        </a:lnSpc>
        <a:buNone/>
        <a:defRPr sz="2200" b="0">
          <a:solidFill>
            <a:srgbClr val="182C3F"/>
          </a:solidFill>
          <a:latin typeface="+mn-lt"/>
          <a:ea typeface="+mn-ea"/>
          <a:cs typeface="+mn-cs"/>
        </a:defRPr>
      </a:lvl2pPr>
      <a:lvl3pPr algn="l" marL="0" indent="0">
        <a:lnSpc>
          <a:spcPct val="110000"/>
        </a:lnSpc>
        <a:buNone/>
        <a:defRPr sz="2000" b="0">
          <a:solidFill>
            <a:srgbClr val="182C3F"/>
          </a:solidFill>
          <a:latin typeface="+mn-lt"/>
          <a:ea typeface="+mn-ea"/>
          <a:cs typeface="+mn-cs"/>
        </a:defRPr>
      </a:lvl3pPr>
      <a:lvl4pPr algn="l" marL="0" indent="0">
        <a:lnSpc>
          <a:spcPct val="110000"/>
        </a:lnSpc>
        <a:buNone/>
        <a:defRPr sz="2000" b="0">
          <a:solidFill>
            <a:srgbClr val="182C3F"/>
          </a:solidFill>
          <a:latin typeface="+mn-lt"/>
          <a:ea typeface="+mn-ea"/>
          <a:cs typeface="+mn-cs"/>
        </a:defRPr>
      </a:lvl4pPr>
      <a:lvl5pPr algn="l" marL="0" indent="0">
        <a:lnSpc>
          <a:spcPct val="110000"/>
        </a:lnSpc>
        <a:buNone/>
        <a:defRPr sz="2000" b="0">
          <a:solidFill>
            <a:srgbClr val="182C3F"/>
          </a:solidFill>
          <a:latin typeface="+mn-lt"/>
          <a:ea typeface="+mn-ea"/>
          <a:cs typeface="+mn-cs"/>
        </a:defRPr>
      </a:lvl5pPr>
      <a:lvl6pPr algn="l" marL="0" indent="0">
        <a:lnSpc>
          <a:spcPct val="110000"/>
        </a:lnSpc>
        <a:buNone/>
        <a:defRPr sz="2000" b="0">
          <a:solidFill>
            <a:srgbClr val="182C3F"/>
          </a:solidFill>
          <a:latin typeface="+mn-lt"/>
          <a:ea typeface="+mn-ea"/>
          <a:cs typeface="+mn-cs"/>
        </a:defRPr>
      </a:lvl6pPr>
      <a:lvl7pPr algn="l" marL="0" indent="0">
        <a:lnSpc>
          <a:spcPct val="110000"/>
        </a:lnSpc>
        <a:buNone/>
        <a:defRPr sz="2000" b="0">
          <a:solidFill>
            <a:srgbClr val="182C3F"/>
          </a:solidFill>
          <a:latin typeface="+mn-lt"/>
          <a:ea typeface="+mn-ea"/>
          <a:cs typeface="+mn-cs"/>
        </a:defRPr>
      </a:lvl7pPr>
      <a:lvl8pPr algn="l" marL="0" indent="0">
        <a:lnSpc>
          <a:spcPct val="110000"/>
        </a:lnSpc>
        <a:buNone/>
        <a:defRPr sz="2000" b="0">
          <a:solidFill>
            <a:srgbClr val="182C3F"/>
          </a:solidFill>
          <a:latin typeface="+mn-lt"/>
          <a:ea typeface="+mn-ea"/>
          <a:cs typeface="+mn-cs"/>
        </a:defRPr>
      </a:lvl8pPr>
      <a:lvl9pPr algn="l" marL="0" indent="0">
        <a:lnSpc>
          <a:spcPct val="110000"/>
        </a:lnSpc>
        <a:buNone/>
        <a:defRPr sz="2000" b="0">
          <a:solidFill>
            <a:srgbClr val="182C3F"/>
          </a:solidFill>
          <a:latin typeface="+mn-lt"/>
          <a:ea typeface="+mn-ea"/>
          <a:cs typeface="+mn-cs"/>
        </a:defRPr>
      </a:lvl9pPr>
    </p:otherStyle>
  </p:txStyles>
</p:sldMaster>
</file>

<file path=ppt/slideMasters/theme/theme2.xml><?xml version="1.0" encoding="utf-8"?>
<a:theme xmlns:a="http://schemas.openxmlformats.org/drawingml/2006/main" name="ChatGPT">
  <a:themeElements>
    <a:clrScheme name="Academic Serif B">
      <a:dk1>
        <a:srgbClr val="182C3F"/>
      </a:dk1>
      <a:lt1>
        <a:srgbClr val="FFFFFF"/>
      </a:lt1>
      <a:dk2>
        <a:srgbClr val="142D45"/>
      </a:dk2>
      <a:lt2>
        <a:srgbClr val="EAF1F8"/>
      </a:lt2>
      <a:accent1>
        <a:srgbClr val="7399C6"/>
      </a:accent1>
      <a:accent2>
        <a:srgbClr val="315D8A"/>
      </a:accent2>
      <a:accent3>
        <a:srgbClr val="B8C4D0"/>
      </a:accent3>
      <a:accent4>
        <a:srgbClr val="336E5B"/>
      </a:accent4>
      <a:accent5>
        <a:srgbClr val="9A4C4C"/>
      </a:accent5>
      <a:accent6>
        <a:srgbClr val="52677A"/>
      </a:accent6>
      <a:hlink>
        <a:srgbClr val="315D8A"/>
      </a:hlink>
      <a:folHlink>
        <a:srgbClr val="52677A"/>
      </a:folHlink>
    </a:clrScheme>
    <a:fontScheme name="Academic Serif">
      <a:majorFont>
        <a:latin typeface="Cambria"/>
        <a:ea typeface="Yu Mincho"/>
        <a:cs typeface="Arial"/>
        <a:font script="Jpan" typeface="Yu Mincho"/>
        <a:font script="Hans" typeface="Microsoft YaHei"/>
        <a:font script="Hant" typeface="Microsoft YaHei"/>
      </a:majorFont>
      <a:minorFont>
        <a:latin typeface="Arial"/>
        <a:ea typeface="Meiryo"/>
        <a:cs typeface="Arial"/>
        <a:font script="Jpan" typeface="Meiryo"/>
        <a:font script="Hans" typeface="Microsoft YaHei"/>
        <a:font script="Hant" typeface="Microsoft YaHei"/>
      </a:minorFont>
    </a:fontScheme>
    <a:fmtScheme name="Academic Serif B">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Academic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Academic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Academic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Academic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Academic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Academic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Academic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Academic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Academic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Academic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Academic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Academic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Academic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Academic1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Academic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Academic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p:nvPr>
        </p:nvSpPr>
        <p:spPr/>
        <p:txBody>
          <a:bodyPr/>
          <a:lstStyle/>
          <a:p>
            <a:r>
              <a:rPr/>
              <a:t>The University of Tokyo</a:t>
            </a:r>
          </a:p>
        </p:txBody>
      </p:sp>
      <p:sp>
        <p:nvSpPr>
          <p:cNvPr id="3" name="Title 2"/>
          <p:cNvSpPr>
            <a:spLocks noGrp="1"/>
          </p:cNvSpPr>
          <p:nvPr>
            <p:ph type="title" idx="1"/>
          </p:nvPr>
        </p:nvSpPr>
        <p:spPr/>
        <p:txBody>
          <a:bodyPr/>
          <a:lstStyle/>
          <a:p>
            <a:r>
              <a:rPr/>
              <a:t>Round 4 secondary effects:</a:t>
            </a:r>
          </a:p>
          <a:p>
            <a:r>
              <a:rPr/>
              <a:t>caused by the principle?</a:t>
            </a:r>
          </a:p>
        </p:txBody>
      </p:sp>
      <p:sp>
        <p:nvSpPr>
          <p:cNvPr id="4" name="Text Placeholder 3"/>
          <p:cNvSpPr>
            <a:spLocks noGrp="1"/>
          </p:cNvSpPr>
          <p:nvPr>
            <p:ph type="body" idx="2"/>
          </p:nvPr>
        </p:nvSpPr>
        <p:spPr/>
        <p:txBody>
          <a:bodyPr/>
          <a:lstStyle/>
          <a:p>
            <a:r>
              <a:rPr/>
              <a:t>Hengyu Zhou</a:t>
            </a:r>
          </a:p>
        </p:txBody>
      </p:sp>
      <p:sp>
        <p:nvSpPr>
          <p:cNvPr id="5" name="Subtitle 4"/>
          <p:cNvSpPr>
            <a:spLocks noGrp="1"/>
          </p:cNvSpPr>
          <p:nvPr>
            <p:ph type="subTitle" idx="3"/>
          </p:nvPr>
        </p:nvSpPr>
        <p:spPr/>
        <p:txBody>
          <a:bodyPr/>
          <a:lstStyle/>
          <a:p>
            <a:r>
              <a:rPr/>
              <a:t>Lab seminar, 16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Background: iterative moderation framework</a:t>
            </a:r>
          </a:p>
        </p:txBody>
      </p:sp>
      <p:sp>
        <p:nvSpPr>
          <p:cNvPr id="4" name="Text Placeholder 3"/>
          <p:cNvSpPr>
            <a:spLocks noGrp="1"/>
          </p:cNvSpPr>
          <p:nvPr>
            <p:ph type="body" idx="2"/>
          </p:nvPr>
        </p:nvSpPr>
        <p:spPr/>
        <p:txBody>
          <a:bodyPr/>
          <a:lstStyle/>
          <a:p>
            <a:r>
              <a:rPr/>
              <a:t>Source: base paper, Figure 1</a:t>
            </a:r>
          </a:p>
        </p:txBody>
      </p:sp>
      <p:sp>
        <p:nvSpPr>
          <p:cNvPr id="5" name="footer-affiliation"/>
          <p:cNvSpPr>
            <a:spLocks noGrp="1"/>
          </p:cNvSpPr>
          <p:nvPr>
            <p:ph type="ftr" idx="90"/>
          </p:nvPr>
        </p:nvSpPr>
        <p:spPr>
          <a:xfrm>
            <a:off x="762000" y="6305550"/>
            <a:ext cx="7620000" cy="228600"/>
          </a:xfrm>
          <a:prstGeom prst="rect">
            <a:avLst/>
          </a:prstGeom>
          <a:noFill/>
          <a:ln w="0">
            <a:noFill/>
          </a:ln>
        </p:spPr>
        <p:txBody>
          <a:bodyPr wrap="none" lIns="0" tIns="0" rIns="0" bIns="0" anchor="t">
            <a:noAutofit/>
          </a:bodyPr>
          <a:lstStyle>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6" name="footer-page"/>
          <p:cNvSpPr>
            <a:spLocks noGrp="1"/>
          </p:cNvSpPr>
          <p:nvPr>
            <p:ph type="sldNum" idx="91"/>
          </p:nvPr>
        </p:nvSpPr>
        <p:spPr>
          <a:xfrm>
            <a:off x="10839450" y="6305550"/>
            <a:ext cx="590550" cy="228600"/>
          </a:xfrm>
          <a:prstGeom prst="rect">
            <a:avLst/>
          </a:prstGeom>
          <a:noFill/>
          <a:ln w="0">
            <a:noFill/>
          </a:ln>
        </p:spPr>
        <p:txBody>
          <a:bodyPr wrap="none" lIns="0" tIns="0" rIns="0" bIns="0" anchor="t">
            <a:noAutofit/>
          </a:bodyPr>
          <a:lstStyle>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14B72387-9206-4DBE-BA57-B8D12B7894DE}" type="slidenum">
              <a:rPr sz="1100" b="0">
                <a:solidFill>
                  <a:srgbClr val="52677A"/>
                </a:solidFill>
                <a:latin typeface="Arial"/>
                <a:ea typeface="Arial"/>
                <a:cs typeface="Arial"/>
              </a:rPr>
              <a:t>1</a:t>
            </a:fld>
          </a:p>
        </p:txBody>
      </p:sp>
      <p:sp>
        <p:nvSpPr>
          <p:cNvPr id="7" name="TextBox 6"/>
          <p:cNvSpPr txBox="1"/>
          <p:nvPr/>
        </p:nvSpPr>
        <p:spPr>
          <a:xfrm>
            <a:off x="761695" y="1810512"/>
            <a:ext cx="10668304" cy="347472"/>
          </a:xfrm>
          <a:prstGeom prst="rect">
            <a:avLst/>
          </a:prstGeom>
          <a:noFill/>
        </p:spPr>
        <p:txBody>
          <a:bodyPr wrap="square" anchor="t" lIns="0" rIns="0" tIns="0" bIns="0">
            <a:spAutoFit/>
          </a:bodyPr>
          <a:lstStyle/>
          <a:p>
            <a:pPr algn="l">
              <a:spcAft>
                <a:spcPts val="0"/>
              </a:spcAft>
            </a:pPr>
            <a:r>
              <a:rPr sz="1800" b="0" i="0">
                <a:solidFill>
                  <a:srgbClr val="52677A"/>
                </a:solidFill>
                <a:latin typeface="Arial"/>
              </a:rPr>
              <a:t>Rn: guideline after n moderation rounds</a:t>
            </a:r>
          </a:p>
        </p:txBody>
      </p:sp>
      <p:pic>
        <p:nvPicPr>
          <p:cNvPr id="8" name="base-paper-figure-1" descr="Figure 1 of the base paper: overview of the iterative moderation framework, from LLM Annotation and Evaluation to Moderation (Discrepancy Analysis, Pattern Explanation, Principle Generation, Guideline refinement)."/>
          <p:cNvPicPr>
            <a:picLocks noChangeAspect="1"/>
          </p:cNvPicPr>
          <p:nvPr/>
        </p:nvPicPr>
        <p:blipFill>
          <a:blip r:embed="rId3"/>
          <a:stretch>
            <a:fillRect/>
          </a:stretch>
        </p:blipFill>
        <p:spPr>
          <a:xfrm>
            <a:off x="1449286" y="2212848"/>
            <a:ext cx="9293122" cy="323697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Terms from the base paper</a:t>
            </a:r>
          </a:p>
        </p:txBody>
      </p:sp>
      <p:sp>
        <p:nvSpPr>
          <p:cNvPr id="3" name="Text Placeholder 2"/>
          <p:cNvSpPr>
            <a:spLocks noGrp="1"/>
          </p:cNvSpPr>
          <p:nvPr>
            <p:ph type="body" idx="1"/>
          </p:nvPr>
        </p:nvSpPr>
        <p:spPr/>
        <p:txBody>
          <a:bodyPr/>
          <a:lstStyle/>
          <a:p>
            <a:r>
              <a:rPr/>
              <a:t>Paper assumes the update caused them</a:t>
            </a:r>
          </a:p>
        </p:txBody>
      </p:sp>
      <p:graphicFrame>
        <p:nvGraphicFramePr>
          <p:cNvPr id="4" name="Table Placeholder 3"/>
          <p:cNvGraphicFramePr>
            <a:graphicFrameLocks noGrp="1"/>
          </p:cNvGraphicFramePr>
          <p:nvPr>
            <p:ph type="tbl" idx="2"/>
          </p:nvPr>
        </p:nvGraphicFramePr>
        <p:xfrm>
          <a:off x="762000" y="2362200"/>
          <a:ext cx="10668304" cy="2834640"/>
        </p:xfrm>
        <a:graphic>
          <a:graphicData uri="http://schemas.openxmlformats.org/drawingml/2006/table">
            <a:tbl>
              <a:tblPr firstRow="0" bandRow="0"/>
              <a:tblGrid>
                <a:gridCol w="3108960"/>
                <a:gridCol w="5730544"/>
                <a:gridCol w="1828800"/>
              </a:tblGrid>
              <a:tr h="566928">
                <a:tc>
                  <a:txBody>
                    <a:bodyPr/>
                    <a:lstStyle/>
                    <a:p>
                      <a:pPr algn="l"/>
                      <a:r>
                        <a:rPr sz="1800" b="1">
                          <a:solidFill>
                            <a:srgbClr val="142D45"/>
                          </a:solidFill>
                          <a:latin typeface="Arial"/>
                        </a:rPr>
                        <a:t>Term</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c>
                  <a:txBody>
                    <a:bodyPr/>
                    <a:lstStyle/>
                    <a:p>
                      <a:pPr algn="l"/>
                      <a:r>
                        <a:rPr sz="1800" b="1">
                          <a:solidFill>
                            <a:srgbClr val="142D45"/>
                          </a:solidFill>
                          <a:latin typeface="Arial"/>
                        </a:rPr>
                        <a:t>Meaning</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c>
                  <a:txBody>
                    <a:bodyPr/>
                    <a:lstStyle/>
                    <a:p>
                      <a:pPr algn="ctr"/>
                      <a:r>
                        <a:rPr sz="1800" b="1">
                          <a:solidFill>
                            <a:srgbClr val="142D45"/>
                          </a:solidFill>
                          <a:latin typeface="Arial"/>
                        </a:rPr>
                        <a:t>Source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r>
              <a:tr h="566928">
                <a:tc>
                  <a:txBody>
                    <a:bodyPr/>
                    <a:lstStyle/>
                    <a:p>
                      <a:pPr algn="l"/>
                      <a:r>
                        <a:rPr sz="1800" b="1">
                          <a:solidFill>
                            <a:srgbClr val="182C3F"/>
                          </a:solidFill>
                          <a:latin typeface="Arial"/>
                        </a:rPr>
                        <a:t>Target errors</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0">
                          <a:solidFill>
                            <a:srgbClr val="182C3F"/>
                          </a:solidFill>
                          <a:latin typeface="Arial"/>
                        </a:rPr>
                        <a:t>Discrepancy group a round addresses</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ctr"/>
                      <a:r>
                        <a:rPr sz="1800" b="0">
                          <a:solidFill>
                            <a:srgbClr val="182C3F"/>
                          </a:solidFill>
                          <a:latin typeface="Arial"/>
                        </a:rPr>
                        <a:t>§3.4.1</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r>
              <a:tr h="566928">
                <a:tc>
                  <a:txBody>
                    <a:bodyPr/>
                    <a:lstStyle/>
                    <a:p>
                      <a:pPr algn="l"/>
                      <a:r>
                        <a:rPr sz="1800" b="1">
                          <a:solidFill>
                            <a:srgbClr val="182C3F"/>
                          </a:solidFill>
                          <a:latin typeface="Arial"/>
                        </a:rPr>
                        <a:t>Secondary effect</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0">
                          <a:solidFill>
                            <a:srgbClr val="182C3F"/>
                          </a:solidFill>
                          <a:latin typeface="Arial"/>
                        </a:rPr>
                        <a:t>Change on any other case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ctr"/>
                      <a:r>
                        <a:rPr sz="1800" b="0">
                          <a:solidFill>
                            <a:srgbClr val="182C3F"/>
                          </a:solidFill>
                          <a:latin typeface="Arial"/>
                        </a:rPr>
                        <a:t>§5.4</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r>
              <a:tr h="566928">
                <a:tc>
                  <a:txBody>
                    <a:bodyPr/>
                    <a:lstStyle/>
                    <a:p>
                      <a:pPr algn="l"/>
                      <a:r>
                        <a:rPr sz="1800" b="1">
                          <a:solidFill>
                            <a:srgbClr val="182C3F"/>
                          </a:solidFill>
                          <a:latin typeface="Arial"/>
                        </a:rPr>
                        <a:t>Correct change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0">
                          <a:solidFill>
                            <a:srgbClr val="182C3F"/>
                          </a:solidFill>
                          <a:latin typeface="Arial"/>
                        </a:rPr>
                        <a:t>Wrong before, right after</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ctr"/>
                      <a:r>
                        <a:rPr sz="1800" b="0">
                          <a:solidFill>
                            <a:srgbClr val="182C3F"/>
                          </a:solidFill>
                          <a:latin typeface="Arial"/>
                        </a:rPr>
                        <a:t>Fig. 4</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r>
              <a:tr h="566928">
                <a:tc>
                  <a:txBody>
                    <a:bodyPr/>
                    <a:lstStyle/>
                    <a:p>
                      <a:pPr algn="l"/>
                      <a:r>
                        <a:rPr sz="1800" b="1">
                          <a:solidFill>
                            <a:srgbClr val="182C3F"/>
                          </a:solidFill>
                          <a:latin typeface="Arial"/>
                        </a:rPr>
                        <a:t>False change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0">
                          <a:solidFill>
                            <a:srgbClr val="182C3F"/>
                          </a:solidFill>
                          <a:latin typeface="Arial"/>
                        </a:rPr>
                        <a:t>Right before, wrong after</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ctr"/>
                      <a:r>
                        <a:rPr sz="1800" b="0">
                          <a:solidFill>
                            <a:srgbClr val="182C3F"/>
                          </a:solidFill>
                          <a:latin typeface="Arial"/>
                        </a:rPr>
                        <a:t>Fig. 4</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r>
            </a:tbl>
          </a:graphicData>
        </a:graphic>
      </p:graphicFrame>
      <p:sp>
        <p:nvSpPr>
          <p:cNvPr id="5" name="footer-affiliation"/>
          <p:cNvSpPr>
            <a:spLocks noGrp="1"/>
          </p:cNvSpPr>
          <p:nvPr>
            <p:ph type="ftr" idx="90"/>
          </p:nvPr>
        </p:nvSpPr>
        <p:spPr>
          <a:xfrm>
            <a:off x="762000" y="6305550"/>
            <a:ext cx="7620000" cy="228600"/>
          </a:xfrm>
          <a:prstGeom prst="rect">
            <a:avLst/>
          </a:prstGeom>
          <a:noFill/>
          <a:ln w="0">
            <a:noFill/>
          </a:ln>
        </p:spPr>
        <p:txBody>
          <a:bodyPr wrap="none" lIns="0" tIns="0" rIns="0" bIns="0" anchor="t">
            <a:noAutofit/>
          </a:bodyPr>
          <a:lstStyle>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6" name="footer-page"/>
          <p:cNvSpPr>
            <a:spLocks noGrp="1"/>
          </p:cNvSpPr>
          <p:nvPr>
            <p:ph type="sldNum" idx="91"/>
          </p:nvPr>
        </p:nvSpPr>
        <p:spPr>
          <a:xfrm>
            <a:off x="10839450" y="6305550"/>
            <a:ext cx="590550" cy="228600"/>
          </a:xfrm>
          <a:prstGeom prst="rect">
            <a:avLst/>
          </a:prstGeom>
          <a:noFill/>
          <a:ln w="0">
            <a:noFill/>
          </a:ln>
        </p:spPr>
        <p:txBody>
          <a:bodyPr wrap="none" lIns="0" tIns="0" rIns="0" bIns="0" anchor="t">
            <a:noAutofit/>
          </a:bodyPr>
          <a:lstStyle>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5F5095EF-AEC8-40F3-8DDA-1FE1FA956524}" type="slidenum">
              <a:rPr sz="1100" b="0">
                <a:solidFill>
                  <a:srgbClr val="52677A"/>
                </a:solidFill>
                <a:latin typeface="Arial"/>
                <a:ea typeface="Arial"/>
                <a:cs typeface="Arial"/>
              </a:rPr>
              <a:t>1</a:t>
            </a:fld>
          </a:p>
        </p:txBody>
      </p:sp>
      <p:sp>
        <p:nvSpPr>
          <p:cNvPr id="7" name="TextBox 6"/>
          <p:cNvSpPr txBox="1"/>
          <p:nvPr/>
        </p:nvSpPr>
        <p:spPr>
          <a:xfrm>
            <a:off x="761695" y="1810512"/>
            <a:ext cx="10668304" cy="347472"/>
          </a:xfrm>
          <a:prstGeom prst="rect">
            <a:avLst/>
          </a:prstGeom>
          <a:noFill/>
        </p:spPr>
        <p:txBody>
          <a:bodyPr wrap="square" anchor="t" lIns="0" rIns="0" tIns="0" bIns="0">
            <a:spAutoFit/>
          </a:bodyPr>
          <a:lstStyle/>
          <a:p>
            <a:pPr algn="l">
              <a:spcAft>
                <a:spcPts val="0"/>
              </a:spcAft>
            </a:pPr>
            <a:r>
              <a:rPr sz="1800" b="0" i="0">
                <a:solidFill>
                  <a:srgbClr val="52677A"/>
                </a:solidFill>
                <a:latin typeface="Arial"/>
              </a:rPr>
              <a:t>Used throughout this deck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Round 4: three secondary effects</a:t>
            </a:r>
          </a:p>
        </p:txBody>
      </p:sp>
      <p:sp>
        <p:nvSpPr>
          <p:cNvPr id="3" name="Text Placeholder 2"/>
          <p:cNvSpPr>
            <a:spLocks noGrp="1"/>
          </p:cNvSpPr>
          <p:nvPr>
            <p:ph type="body" idx="1"/>
          </p:nvPr>
        </p:nvSpPr>
        <p:spPr/>
        <p:txBody>
          <a:bodyPr/>
          <a:lstStyle/>
          <a:p>
            <a:r>
              <a:rPr/>
              <a:t>Other seven documents: no change</a:t>
            </a:r>
          </a:p>
        </p:txBody>
      </p:sp>
      <p:graphicFrame>
        <p:nvGraphicFramePr>
          <p:cNvPr id="4" name="Table Placeholder 3"/>
          <p:cNvGraphicFramePr>
            <a:graphicFrameLocks noGrp="1"/>
          </p:cNvGraphicFramePr>
          <p:nvPr>
            <p:ph type="tbl" idx="2"/>
          </p:nvPr>
        </p:nvGraphicFramePr>
        <p:xfrm>
          <a:off x="762000" y="2362200"/>
          <a:ext cx="10668304" cy="2633472"/>
        </p:xfrm>
        <a:graphic>
          <a:graphicData uri="http://schemas.openxmlformats.org/drawingml/2006/table">
            <a:tbl>
              <a:tblPr firstRow="0" bandRow="0"/>
              <a:tblGrid>
                <a:gridCol w="2423160"/>
                <a:gridCol w="2057400"/>
                <a:gridCol w="2057400"/>
                <a:gridCol w="2057400"/>
                <a:gridCol w="2072944"/>
              </a:tblGrid>
              <a:tr h="658368">
                <a:tc>
                  <a:txBody>
                    <a:bodyPr/>
                    <a:lstStyle/>
                    <a:p>
                      <a:pPr algn="l"/>
                      <a:r>
                        <a:rPr sz="1800" b="1">
                          <a:solidFill>
                            <a:srgbClr val="142D45"/>
                          </a:solidFill>
                          <a:latin typeface="Arial"/>
                        </a:rPr>
                        <a:t>Entity</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c>
                  <a:txBody>
                    <a:bodyPr/>
                    <a:lstStyle/>
                    <a:p>
                      <a:pPr algn="l"/>
                      <a:r>
                        <a:rPr sz="1800" b="1">
                          <a:solidFill>
                            <a:srgbClr val="142D45"/>
                          </a:solidFill>
                          <a:latin typeface="Arial"/>
                        </a:rPr>
                        <a:t>After R3</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c>
                  <a:txBody>
                    <a:bodyPr/>
                    <a:lstStyle/>
                    <a:p>
                      <a:pPr algn="l"/>
                      <a:r>
                        <a:rPr sz="1800" b="1">
                          <a:solidFill>
                            <a:srgbClr val="142D45"/>
                          </a:solidFill>
                          <a:latin typeface="Arial"/>
                        </a:rPr>
                        <a:t>After R4</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c>
                  <a:txBody>
                    <a:bodyPr/>
                    <a:lstStyle/>
                    <a:p>
                      <a:pPr algn="l"/>
                      <a:r>
                        <a:rPr sz="1800" b="1">
                          <a:solidFill>
                            <a:srgbClr val="142D45"/>
                          </a:solidFill>
                          <a:latin typeface="Arial"/>
                        </a:rPr>
                        <a:t>Gold</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c>
                  <a:txBody>
                    <a:bodyPr/>
                    <a:lstStyle/>
                    <a:p>
                      <a:pPr algn="l"/>
                      <a:r>
                        <a:rPr sz="1800" b="1">
                          <a:solidFill>
                            <a:srgbClr val="142D45"/>
                          </a:solidFill>
                          <a:latin typeface="Arial"/>
                        </a:rPr>
                        <a:t>Type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r>
              <a:tr h="658368">
                <a:tc>
                  <a:txBody>
                    <a:bodyPr/>
                    <a:lstStyle/>
                    <a:p>
                      <a:pPr algn="l"/>
                      <a:r>
                        <a:rPr sz="1800" b="0">
                          <a:solidFill>
                            <a:srgbClr val="182C3F"/>
                          </a:solidFill>
                          <a:latin typeface="Arial"/>
                        </a:rPr>
                        <a:t>Tay-Sachs disease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0">
                          <a:solidFill>
                            <a:srgbClr val="182C3F"/>
                          </a:solidFill>
                          <a:latin typeface="Arial"/>
                        </a:rPr>
                        <a:t>Modifier</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0">
                          <a:solidFill>
                            <a:srgbClr val="182C3F"/>
                          </a:solidFill>
                          <a:latin typeface="Arial"/>
                        </a:rPr>
                        <a:t>SpecificDisease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0">
                          <a:solidFill>
                            <a:srgbClr val="182C3F"/>
                          </a:solidFill>
                          <a:latin typeface="Arial"/>
                        </a:rPr>
                        <a:t>SpecificDisease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1">
                          <a:solidFill>
                            <a:srgbClr val="336E5B"/>
                          </a:solidFill>
                          <a:latin typeface="Arial"/>
                        </a:rPr>
                        <a:t>Correct change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r>
              <a:tr h="658368">
                <a:tc>
                  <a:txBody>
                    <a:bodyPr/>
                    <a:lstStyle/>
                    <a:p>
                      <a:pPr algn="l"/>
                      <a:r>
                        <a:rPr sz="1800" b="0">
                          <a:solidFill>
                            <a:srgbClr val="182C3F"/>
                          </a:solidFill>
                          <a:latin typeface="Arial"/>
                        </a:rPr>
                        <a:t>TSD (abbreviation)</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0">
                          <a:solidFill>
                            <a:srgbClr val="182C3F"/>
                          </a:solidFill>
                          <a:latin typeface="Arial"/>
                        </a:rPr>
                        <a:t>Modifier</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0">
                          <a:solidFill>
                            <a:srgbClr val="182C3F"/>
                          </a:solidFill>
                          <a:latin typeface="Arial"/>
                        </a:rPr>
                        <a:t>SpecificDisease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0">
                          <a:solidFill>
                            <a:srgbClr val="182C3F"/>
                          </a:solidFill>
                          <a:latin typeface="Arial"/>
                        </a:rPr>
                        <a:t>SpecificDisease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1">
                          <a:solidFill>
                            <a:srgbClr val="336E5B"/>
                          </a:solidFill>
                          <a:latin typeface="Arial"/>
                        </a:rPr>
                        <a:t>Correct change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r>
              <a:tr h="658368">
                <a:tc>
                  <a:txBody>
                    <a:bodyPr/>
                    <a:lstStyle/>
                    <a:p>
                      <a:pPr algn="l"/>
                      <a:r>
                        <a:rPr sz="1800" b="0">
                          <a:solidFill>
                            <a:srgbClr val="182C3F"/>
                          </a:solidFill>
                          <a:latin typeface="Arial"/>
                        </a:rPr>
                        <a:t>cutaneous vasculitis</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0">
                          <a:solidFill>
                            <a:srgbClr val="182C3F"/>
                          </a:solidFill>
                          <a:latin typeface="Arial"/>
                        </a:rPr>
                        <a:t>SpecificDisease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0">
                          <a:solidFill>
                            <a:srgbClr val="182C3F"/>
                          </a:solidFill>
                          <a:latin typeface="Arial"/>
                        </a:rPr>
                        <a:t>DiseaseClass</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0">
                          <a:solidFill>
                            <a:srgbClr val="182C3F"/>
                          </a:solidFill>
                          <a:latin typeface="Arial"/>
                        </a:rPr>
                        <a:t>SpecificDisease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1">
                          <a:solidFill>
                            <a:srgbClr val="9A4C4C"/>
                          </a:solidFill>
                          <a:latin typeface="Arial"/>
                        </a:rPr>
                        <a:t>False change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r>
            </a:tbl>
          </a:graphicData>
        </a:graphic>
      </p:graphicFrame>
      <p:sp>
        <p:nvSpPr>
          <p:cNvPr id="5" name="footer-affiliation"/>
          <p:cNvSpPr>
            <a:spLocks noGrp="1"/>
          </p:cNvSpPr>
          <p:nvPr>
            <p:ph type="ftr" idx="90"/>
          </p:nvPr>
        </p:nvSpPr>
        <p:spPr>
          <a:xfrm>
            <a:off x="762000" y="6305550"/>
            <a:ext cx="7620000" cy="228600"/>
          </a:xfrm>
          <a:prstGeom prst="rect">
            <a:avLst/>
          </a:prstGeom>
          <a:noFill/>
          <a:ln w="0">
            <a:noFill/>
          </a:ln>
        </p:spPr>
        <p:txBody>
          <a:bodyPr wrap="none" lIns="0" tIns="0" rIns="0" bIns="0" anchor="t">
            <a:noAutofit/>
          </a:bodyPr>
          <a:lstStyle>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6" name="footer-page"/>
          <p:cNvSpPr>
            <a:spLocks noGrp="1"/>
          </p:cNvSpPr>
          <p:nvPr>
            <p:ph type="sldNum" idx="91"/>
          </p:nvPr>
        </p:nvSpPr>
        <p:spPr>
          <a:xfrm>
            <a:off x="10839450" y="6305550"/>
            <a:ext cx="590550" cy="228600"/>
          </a:xfrm>
          <a:prstGeom prst="rect">
            <a:avLst/>
          </a:prstGeom>
          <a:noFill/>
          <a:ln w="0">
            <a:noFill/>
          </a:ln>
        </p:spPr>
        <p:txBody>
          <a:bodyPr wrap="none" lIns="0" tIns="0" rIns="0" bIns="0" anchor="t">
            <a:noAutofit/>
          </a:bodyPr>
          <a:lstStyle>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51FBCCFA-E317-44E1-AF02-1E2D3E312145}" type="slidenum">
              <a:rPr sz="1100" b="0">
                <a:solidFill>
                  <a:srgbClr val="52677A"/>
                </a:solidFill>
                <a:latin typeface="Arial"/>
                <a:ea typeface="Arial"/>
                <a:cs typeface="Arial"/>
              </a:rPr>
              <a:t>1</a:t>
            </a:fld>
          </a:p>
        </p:txBody>
      </p:sp>
      <p:sp>
        <p:nvSpPr>
          <p:cNvPr id="7" name="TextBox 6"/>
          <p:cNvSpPr txBox="1"/>
          <p:nvPr/>
        </p:nvSpPr>
        <p:spPr>
          <a:xfrm>
            <a:off x="761695" y="1810512"/>
            <a:ext cx="10668304" cy="347472"/>
          </a:xfrm>
          <a:prstGeom prst="rect">
            <a:avLst/>
          </a:prstGeom>
          <a:noFill/>
        </p:spPr>
        <p:txBody>
          <a:bodyPr wrap="square" anchor="t" lIns="0" rIns="0" tIns="0" bIns="0">
            <a:spAutoFit/>
          </a:bodyPr>
          <a:lstStyle/>
          <a:p>
            <a:pPr algn="l">
              <a:spcAft>
                <a:spcPts val="0"/>
              </a:spcAft>
            </a:pPr>
            <a:r>
              <a:rPr sz="1800" b="0" i="0">
                <a:solidFill>
                  <a:srgbClr val="52677A"/>
                </a:solidFill>
                <a:latin typeface="Arial"/>
              </a:rPr>
              <a:t>Outside the target errors, R3 → R4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Research question</a:t>
            </a:r>
          </a:p>
        </p:txBody>
      </p:sp>
      <p:sp>
        <p:nvSpPr>
          <p:cNvPr id="3" name="Text Placeholder 2"/>
          <p:cNvSpPr>
            <a:spLocks noGrp="1"/>
          </p:cNvSpPr>
          <p:nvPr>
            <p:ph type="body" idx="1"/>
          </p:nvPr>
        </p:nvSpPr>
        <p:spPr/>
        <p:txBody>
          <a:bodyPr/>
          <a:lstStyle/>
          <a:p>
            <a:r>
              <a:rPr/>
              <a:t>Did the Round 4 principle</a:t>
            </a:r>
          </a:p>
          <a:p>
            <a:r>
              <a:rPr/>
              <a:t>cause these changes?</a:t>
            </a:r>
          </a:p>
        </p:txBody>
      </p:sp>
      <p:sp>
        <p:nvSpPr>
          <p:cNvPr id="4" name="Text Placeholder 3"/>
          <p:cNvSpPr>
            <a:spLocks noGrp="1"/>
          </p:cNvSpPr>
          <p:nvPr>
            <p:ph type="body" idx="2"/>
          </p:nvPr>
        </p:nvSpPr>
        <p:spPr/>
        <p:txBody>
          <a:bodyPr/>
          <a:lstStyle/>
          <a:p>
            <a:r>
              <a:rPr/>
              <a:t>Or just run-to-run variation?</a:t>
            </a:r>
          </a:p>
        </p:txBody>
      </p:sp>
      <p:sp>
        <p:nvSpPr>
          <p:cNvPr id="5" name="footer-affiliation"/>
          <p:cNvSpPr>
            <a:spLocks noGrp="1"/>
          </p:cNvSpPr>
          <p:nvPr>
            <p:ph type="ftr" idx="90"/>
          </p:nvPr>
        </p:nvSpPr>
        <p:spPr>
          <a:xfrm>
            <a:off x="762000" y="6305550"/>
            <a:ext cx="7620000" cy="228600"/>
          </a:xfrm>
          <a:prstGeom prst="rect">
            <a:avLst/>
          </a:prstGeom>
          <a:noFill/>
          <a:ln w="0">
            <a:noFill/>
          </a:ln>
        </p:spPr>
        <p:txBody>
          <a:bodyPr wrap="none" lIns="0" tIns="0" rIns="0" bIns="0" anchor="t">
            <a:noAutofit/>
          </a:bodyPr>
          <a:lstStyle>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6" name="footer-page"/>
          <p:cNvSpPr>
            <a:spLocks noGrp="1"/>
          </p:cNvSpPr>
          <p:nvPr>
            <p:ph type="sldNum" idx="91"/>
          </p:nvPr>
        </p:nvSpPr>
        <p:spPr>
          <a:xfrm>
            <a:off x="10839450" y="6305550"/>
            <a:ext cx="590550" cy="228600"/>
          </a:xfrm>
          <a:prstGeom prst="rect">
            <a:avLst/>
          </a:prstGeom>
          <a:noFill/>
          <a:ln w="0">
            <a:noFill/>
          </a:ln>
        </p:spPr>
        <p:txBody>
          <a:bodyPr wrap="none" lIns="0" tIns="0" rIns="0" bIns="0" anchor="t">
            <a:noAutofit/>
          </a:bodyPr>
          <a:lstStyle>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3FDD49FA-11E7-46B2-A8CD-1BDDA2F5E6AA}" type="slidenum">
              <a:rPr sz="1100" b="0">
                <a:solidFill>
                  <a:srgbClr val="52677A"/>
                </a:solidFill>
                <a:latin typeface="Arial"/>
                <a:ea typeface="Arial"/>
                <a:cs typeface="Arial"/>
              </a:rPr>
              <a:t>1</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How to tell the two apart</a:t>
            </a:r>
          </a:p>
        </p:txBody>
      </p:sp>
      <p:sp>
        <p:nvSpPr>
          <p:cNvPr id="3" name="Text Placeholder 2"/>
          <p:cNvSpPr>
            <a:spLocks noGrp="1"/>
          </p:cNvSpPr>
          <p:nvPr>
            <p:ph type="body" idx="1"/>
          </p:nvPr>
        </p:nvSpPr>
        <p:spPr/>
        <p:txBody>
          <a:bodyPr/>
          <a:lstStyle/>
          <a:p>
            <a:r>
              <a:rPr/>
              <a:t>Same model, settings and document</a:t>
            </a:r>
          </a:p>
        </p:txBody>
      </p:sp>
      <p:graphicFrame>
        <p:nvGraphicFramePr>
          <p:cNvPr id="4" name="Table Placeholder 3"/>
          <p:cNvGraphicFramePr>
            <a:graphicFrameLocks noGrp="1"/>
          </p:cNvGraphicFramePr>
          <p:nvPr>
            <p:ph type="tbl" idx="2"/>
          </p:nvPr>
        </p:nvGraphicFramePr>
        <p:xfrm>
          <a:off x="762000" y="2362200"/>
          <a:ext cx="10668304" cy="1975104"/>
        </p:xfrm>
        <a:graphic>
          <a:graphicData uri="http://schemas.openxmlformats.org/drawingml/2006/table">
            <a:tbl>
              <a:tblPr firstRow="0" bandRow="0"/>
              <a:tblGrid>
                <a:gridCol w="3566160"/>
                <a:gridCol w="3550615"/>
                <a:gridCol w="3551529"/>
              </a:tblGrid>
              <a:tr h="658368">
                <a:tc>
                  <a:txBody>
                    <a:bodyPr/>
                    <a:lstStyle/>
                    <a:p>
                      <a:pPr algn="l"/>
                      <a:r>
                        <a:rPr sz="1800" b="1">
                          <a:solidFill>
                            <a:srgbClr val="142D45"/>
                          </a:solidFill>
                          <a:latin typeface="Arial"/>
                        </a:rPr>
                        <a:t>Explanation</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c>
                  <a:txBody>
                    <a:bodyPr/>
                    <a:lstStyle/>
                    <a:p>
                      <a:pPr algn="l"/>
                      <a:r>
                        <a:rPr sz="1800" b="1">
                          <a:solidFill>
                            <a:srgbClr val="142D45"/>
                          </a:solidFill>
                          <a:latin typeface="Arial"/>
                        </a:rPr>
                        <a:t>R3 guideline reruns</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c>
                  <a:txBody>
                    <a:bodyPr/>
                    <a:lstStyle/>
                    <a:p>
                      <a:pPr algn="l"/>
                      <a:r>
                        <a:rPr sz="1800" b="1">
                          <a:solidFill>
                            <a:srgbClr val="142D45"/>
                          </a:solidFill>
                          <a:latin typeface="Arial"/>
                        </a:rPr>
                        <a:t>R4 guideline reruns</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r>
              <a:tr h="658368">
                <a:tc>
                  <a:txBody>
                    <a:bodyPr/>
                    <a:lstStyle/>
                    <a:p>
                      <a:pPr algn="l"/>
                      <a:r>
                        <a:rPr sz="1800" b="1">
                          <a:solidFill>
                            <a:srgbClr val="182C3F"/>
                          </a:solidFill>
                          <a:latin typeface="Arial"/>
                        </a:rPr>
                        <a:t>Caused by the principle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0">
                          <a:solidFill>
                            <a:srgbClr val="182C3F"/>
                          </a:solidFill>
                          <a:latin typeface="Arial"/>
                        </a:rPr>
                        <a:t>Old label</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0">
                          <a:solidFill>
                            <a:srgbClr val="182C3F"/>
                          </a:solidFill>
                          <a:latin typeface="Arial"/>
                        </a:rPr>
                        <a:t>New label, most runs</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r>
              <a:tr h="658368">
                <a:tc>
                  <a:txBody>
                    <a:bodyPr/>
                    <a:lstStyle/>
                    <a:p>
                      <a:pPr algn="l"/>
                      <a:r>
                        <a:rPr sz="1800" b="1">
                          <a:solidFill>
                            <a:srgbClr val="182C3F"/>
                          </a:solidFill>
                          <a:latin typeface="Arial"/>
                        </a:rPr>
                        <a:t>Run-to-run variation</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0">
                          <a:solidFill>
                            <a:srgbClr val="182C3F"/>
                          </a:solidFill>
                          <a:latin typeface="Arial"/>
                        </a:rPr>
                        <a:t>Labels vary or stay old</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0">
                          <a:solidFill>
                            <a:srgbClr val="182C3F"/>
                          </a:solidFill>
                          <a:latin typeface="Arial"/>
                        </a:rPr>
                        <a:t>Labels vary or stay old</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r>
            </a:tbl>
          </a:graphicData>
        </a:graphic>
      </p:graphicFrame>
      <p:sp>
        <p:nvSpPr>
          <p:cNvPr id="5" name="footer-affiliation"/>
          <p:cNvSpPr>
            <a:spLocks noGrp="1"/>
          </p:cNvSpPr>
          <p:nvPr>
            <p:ph type="ftr" idx="90"/>
          </p:nvPr>
        </p:nvSpPr>
        <p:spPr>
          <a:xfrm>
            <a:off x="762000" y="6305550"/>
            <a:ext cx="7620000" cy="228600"/>
          </a:xfrm>
          <a:prstGeom prst="rect">
            <a:avLst/>
          </a:prstGeom>
          <a:noFill/>
          <a:ln w="0">
            <a:noFill/>
          </a:ln>
        </p:spPr>
        <p:txBody>
          <a:bodyPr wrap="none" lIns="0" tIns="0" rIns="0" bIns="0" anchor="t">
            <a:noAutofit/>
          </a:bodyPr>
          <a:lstStyle>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6" name="footer-page"/>
          <p:cNvSpPr>
            <a:spLocks noGrp="1"/>
          </p:cNvSpPr>
          <p:nvPr>
            <p:ph type="sldNum" idx="91"/>
          </p:nvPr>
        </p:nvSpPr>
        <p:spPr>
          <a:xfrm>
            <a:off x="10839450" y="6305550"/>
            <a:ext cx="590550" cy="228600"/>
          </a:xfrm>
          <a:prstGeom prst="rect">
            <a:avLst/>
          </a:prstGeom>
          <a:noFill/>
          <a:ln w="0">
            <a:noFill/>
          </a:ln>
        </p:spPr>
        <p:txBody>
          <a:bodyPr wrap="none" lIns="0" tIns="0" rIns="0" bIns="0" anchor="t">
            <a:noAutofit/>
          </a:bodyPr>
          <a:lstStyle>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5F5095EF-AEC8-40F3-8DDA-1FE1FA956524}" type="slidenum">
              <a:rPr sz="1100" b="0">
                <a:solidFill>
                  <a:srgbClr val="52677A"/>
                </a:solidFill>
                <a:latin typeface="Arial"/>
                <a:ea typeface="Arial"/>
                <a:cs typeface="Arial"/>
              </a:rPr>
              <a:t>1</a:t>
            </a:fld>
          </a:p>
        </p:txBody>
      </p:sp>
      <p:sp>
        <p:nvSpPr>
          <p:cNvPr id="7" name="TextBox 6"/>
          <p:cNvSpPr txBox="1"/>
          <p:nvPr/>
        </p:nvSpPr>
        <p:spPr>
          <a:xfrm>
            <a:off x="761695" y="1810512"/>
            <a:ext cx="10668304" cy="347472"/>
          </a:xfrm>
          <a:prstGeom prst="rect">
            <a:avLst/>
          </a:prstGeom>
          <a:noFill/>
        </p:spPr>
        <p:txBody>
          <a:bodyPr wrap="square" anchor="t" lIns="0" rIns="0" tIns="0" bIns="0">
            <a:spAutoFit/>
          </a:bodyPr>
          <a:lstStyle/>
          <a:p>
            <a:pPr algn="l">
              <a:spcAft>
                <a:spcPts val="0"/>
              </a:spcAft>
            </a:pPr>
            <a:r>
              <a:rPr sz="1800" b="0" i="0">
                <a:solidFill>
                  <a:srgbClr val="52677A"/>
                </a:solidFill>
                <a:latin typeface="Arial"/>
              </a:rPr>
              <a:t>Rerun each guideline, compare the labels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Case 1: Tay-Sachs disease and TSD</a:t>
            </a:r>
          </a:p>
        </p:txBody>
      </p:sp>
      <p:sp>
        <p:nvSpPr>
          <p:cNvPr id="4" name="Text Placeholder 3"/>
          <p:cNvSpPr>
            <a:spLocks noGrp="1"/>
          </p:cNvSpPr>
          <p:nvPr>
            <p:ph type="body" idx="2"/>
          </p:nvPr>
        </p:nvSpPr>
        <p:spPr/>
        <p:txBody>
          <a:bodyPr/>
          <a:lstStyle/>
          <a:p>
            <a:r>
              <a:rPr/>
              <a:t>NCBI Disease, PMID 8326491; GPT-5.4, dev10</a:t>
            </a:r>
          </a:p>
        </p:txBody>
      </p:sp>
      <p:sp>
        <p:nvSpPr>
          <p:cNvPr id="5" name="footer-affiliation"/>
          <p:cNvSpPr>
            <a:spLocks noGrp="1"/>
          </p:cNvSpPr>
          <p:nvPr>
            <p:ph type="ftr" idx="90"/>
          </p:nvPr>
        </p:nvSpPr>
        <p:spPr>
          <a:xfrm>
            <a:off x="762000" y="6305550"/>
            <a:ext cx="7620000" cy="228600"/>
          </a:xfrm>
          <a:prstGeom prst="rect">
            <a:avLst/>
          </a:prstGeom>
          <a:noFill/>
          <a:ln w="0">
            <a:noFill/>
          </a:ln>
        </p:spPr>
        <p:txBody>
          <a:bodyPr wrap="none" lIns="0" tIns="0" rIns="0" bIns="0" anchor="t">
            <a:noAutofit/>
          </a:bodyPr>
          <a:lstStyle>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6" name="footer-page"/>
          <p:cNvSpPr>
            <a:spLocks noGrp="1"/>
          </p:cNvSpPr>
          <p:nvPr>
            <p:ph type="sldNum" idx="91"/>
          </p:nvPr>
        </p:nvSpPr>
        <p:spPr>
          <a:xfrm>
            <a:off x="10839450" y="6305550"/>
            <a:ext cx="590550" cy="228600"/>
          </a:xfrm>
          <a:prstGeom prst="rect">
            <a:avLst/>
          </a:prstGeom>
          <a:noFill/>
          <a:ln w="0">
            <a:noFill/>
          </a:ln>
        </p:spPr>
        <p:txBody>
          <a:bodyPr wrap="none" lIns="0" tIns="0" rIns="0" bIns="0" anchor="t">
            <a:noAutofit/>
          </a:bodyPr>
          <a:lstStyle>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14B72387-9206-4DBE-BA57-B8D12B7894DE}" type="slidenum">
              <a:rPr sz="1100" b="0">
                <a:solidFill>
                  <a:srgbClr val="52677A"/>
                </a:solidFill>
                <a:latin typeface="Arial"/>
                <a:ea typeface="Arial"/>
                <a:cs typeface="Arial"/>
              </a:rPr>
              <a:t>1</a:t>
            </a:fld>
          </a:p>
        </p:txBody>
      </p:sp>
      <p:sp>
        <p:nvSpPr>
          <p:cNvPr id="7" name="case-sentence"/>
          <p:cNvSpPr/>
          <p:nvPr/>
        </p:nvSpPr>
        <p:spPr>
          <a:xfrm>
            <a:off x="761695" y="2093976"/>
            <a:ext cx="10668304" cy="1097280"/>
          </a:xfrm>
          <a:prstGeom prst="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r>
              <a:rPr sz="2000" b="0">
                <a:solidFill>
                  <a:srgbClr val="182C3F"/>
                </a:solidFill>
                <a:latin typeface="Arial"/>
              </a:rPr>
              <a:t>In a previous study we found that a </a:t>
            </a:r>
            <a:r>
              <a:rPr sz="2000" b="1">
                <a:solidFill>
                  <a:srgbClr val="142D45"/>
                </a:solidFill>
                <a:latin typeface="Arial"/>
              </a:rPr>
              <a:t>Tay-Sachs disease ( TSD )</a:t>
            </a:r>
            <a:r>
              <a:rPr sz="2000" b="0">
                <a:solidFill>
                  <a:srgbClr val="182C3F"/>
                </a:solidFill>
                <a:latin typeface="Arial"/>
              </a:rPr>
              <a:t> causing mutation in the intron 9 donor splice site of the HEXA gene occurs at high frequency …</a:t>
            </a:r>
          </a:p>
        </p:txBody>
      </p:sp>
      <p:sp>
        <p:nvSpPr>
          <p:cNvPr id="8" name="fact-label-0"/>
          <p:cNvSpPr txBox="1"/>
          <p:nvPr/>
        </p:nvSpPr>
        <p:spPr>
          <a:xfrm>
            <a:off x="761695" y="3520440"/>
            <a:ext cx="3108960" cy="411480"/>
          </a:xfrm>
          <a:prstGeom prst="rect">
            <a:avLst/>
          </a:prstGeom>
          <a:noFill/>
        </p:spPr>
        <p:txBody>
          <a:bodyPr wrap="square" anchor="t" lIns="0" rIns="0" tIns="0" bIns="0">
            <a:spAutoFit/>
          </a:bodyPr>
          <a:lstStyle/>
          <a:p>
            <a:pPr algn="l">
              <a:spcAft>
                <a:spcPts val="0"/>
              </a:spcAft>
            </a:pPr>
            <a:r>
              <a:rPr sz="2000" b="1" i="0">
                <a:solidFill>
                  <a:srgbClr val="52677A"/>
                </a:solidFill>
                <a:latin typeface="Arial"/>
              </a:rPr>
              <a:t>Gold annotation</a:t>
            </a:r>
          </a:p>
        </p:txBody>
      </p:sp>
      <p:sp>
        <p:nvSpPr>
          <p:cNvPr id="9" name="fact-value-0"/>
          <p:cNvSpPr txBox="1"/>
          <p:nvPr/>
        </p:nvSpPr>
        <p:spPr>
          <a:xfrm>
            <a:off x="3959352" y="3520440"/>
            <a:ext cx="7470648" cy="411480"/>
          </a:xfrm>
          <a:prstGeom prst="rect">
            <a:avLst/>
          </a:prstGeom>
          <a:noFill/>
        </p:spPr>
        <p:txBody>
          <a:bodyPr wrap="square" anchor="t" lIns="0" rIns="0" tIns="0" bIns="0">
            <a:spAutoFit/>
          </a:bodyPr>
          <a:lstStyle/>
          <a:p>
            <a:pPr algn="l">
              <a:spcAft>
                <a:spcPts val="0"/>
              </a:spcAft>
            </a:pPr>
            <a:r>
              <a:rPr sz="2400" b="0" i="0">
                <a:solidFill>
                  <a:srgbClr val="182C3F"/>
                </a:solidFill>
                <a:latin typeface="Arial"/>
              </a:rPr>
              <a:t>SpecificDisease, both mentions</a:t>
            </a:r>
          </a:p>
        </p:txBody>
      </p:sp>
      <p:sp>
        <p:nvSpPr>
          <p:cNvPr id="10" name="fact-label-1"/>
          <p:cNvSpPr txBox="1"/>
          <p:nvPr/>
        </p:nvSpPr>
        <p:spPr>
          <a:xfrm>
            <a:off x="761695" y="4069080"/>
            <a:ext cx="3108960" cy="411480"/>
          </a:xfrm>
          <a:prstGeom prst="rect">
            <a:avLst/>
          </a:prstGeom>
          <a:noFill/>
        </p:spPr>
        <p:txBody>
          <a:bodyPr wrap="square" anchor="t" lIns="0" rIns="0" tIns="0" bIns="0">
            <a:spAutoFit/>
          </a:bodyPr>
          <a:lstStyle/>
          <a:p>
            <a:pPr algn="l">
              <a:spcAft>
                <a:spcPts val="0"/>
              </a:spcAft>
            </a:pPr>
            <a:r>
              <a:rPr sz="2000" b="1" i="0">
                <a:solidFill>
                  <a:srgbClr val="52677A"/>
                </a:solidFill>
                <a:latin typeface="Arial"/>
              </a:rPr>
              <a:t>After R0 to R3</a:t>
            </a:r>
          </a:p>
        </p:txBody>
      </p:sp>
      <p:sp>
        <p:nvSpPr>
          <p:cNvPr id="11" name="fact-value-1"/>
          <p:cNvSpPr txBox="1"/>
          <p:nvPr/>
        </p:nvSpPr>
        <p:spPr>
          <a:xfrm>
            <a:off x="3959352" y="4069080"/>
            <a:ext cx="7470648" cy="411480"/>
          </a:xfrm>
          <a:prstGeom prst="rect">
            <a:avLst/>
          </a:prstGeom>
          <a:noFill/>
        </p:spPr>
        <p:txBody>
          <a:bodyPr wrap="square" anchor="t" lIns="0" rIns="0" tIns="0" bIns="0">
            <a:spAutoFit/>
          </a:bodyPr>
          <a:lstStyle/>
          <a:p>
            <a:pPr algn="l">
              <a:spcAft>
                <a:spcPts val="0"/>
              </a:spcAft>
            </a:pPr>
            <a:r>
              <a:rPr sz="2400" b="0" i="0">
                <a:solidFill>
                  <a:srgbClr val="182C3F"/>
                </a:solidFill>
                <a:latin typeface="Arial"/>
              </a:rPr>
              <a:t>Modifier in every round</a:t>
            </a:r>
          </a:p>
        </p:txBody>
      </p:sp>
      <p:sp>
        <p:nvSpPr>
          <p:cNvPr id="12" name="fact-label-2"/>
          <p:cNvSpPr txBox="1"/>
          <p:nvPr/>
        </p:nvSpPr>
        <p:spPr>
          <a:xfrm>
            <a:off x="761695" y="4617720"/>
            <a:ext cx="3108960" cy="411480"/>
          </a:xfrm>
          <a:prstGeom prst="rect">
            <a:avLst/>
          </a:prstGeom>
          <a:noFill/>
        </p:spPr>
        <p:txBody>
          <a:bodyPr wrap="square" anchor="t" lIns="0" rIns="0" tIns="0" bIns="0">
            <a:spAutoFit/>
          </a:bodyPr>
          <a:lstStyle/>
          <a:p>
            <a:pPr algn="l">
              <a:spcAft>
                <a:spcPts val="0"/>
              </a:spcAft>
            </a:pPr>
            <a:r>
              <a:rPr sz="2000" b="1" i="0">
                <a:solidFill>
                  <a:srgbClr val="52677A"/>
                </a:solidFill>
                <a:latin typeface="Arial"/>
              </a:rPr>
              <a:t>After R4</a:t>
            </a:r>
          </a:p>
        </p:txBody>
      </p:sp>
      <p:sp>
        <p:nvSpPr>
          <p:cNvPr id="13" name="fact-value-2"/>
          <p:cNvSpPr txBox="1"/>
          <p:nvPr/>
        </p:nvSpPr>
        <p:spPr>
          <a:xfrm>
            <a:off x="3959352" y="4617720"/>
            <a:ext cx="7470648" cy="411480"/>
          </a:xfrm>
          <a:prstGeom prst="rect">
            <a:avLst/>
          </a:prstGeom>
          <a:noFill/>
        </p:spPr>
        <p:txBody>
          <a:bodyPr wrap="square" anchor="t" lIns="0" rIns="0" tIns="0" bIns="0">
            <a:spAutoFit/>
          </a:bodyPr>
          <a:lstStyle/>
          <a:p>
            <a:pPr algn="l">
              <a:spcAft>
                <a:spcPts val="0"/>
              </a:spcAft>
            </a:pPr>
            <a:r>
              <a:rPr sz="2400" b="0" i="0">
                <a:solidFill>
                  <a:srgbClr val="336E5B"/>
                </a:solidFill>
                <a:latin typeface="Arial"/>
              </a:rPr>
              <a:t>SpecificDisease, both mentions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Hypothesis: the new causation wording</a:t>
            </a:r>
          </a:p>
        </p:txBody>
      </p:sp>
      <p:sp>
        <p:nvSpPr>
          <p:cNvPr id="3" name="Text Placeholder 2"/>
          <p:cNvSpPr>
            <a:spLocks noGrp="1"/>
          </p:cNvSpPr>
          <p:nvPr>
            <p:ph type="body" idx="1"/>
          </p:nvPr>
        </p:nvSpPr>
        <p:spPr/>
        <p:txBody>
          <a:bodyPr/>
          <a:lstStyle/>
          <a:p>
            <a:r>
              <a:rPr/>
              <a:t>R4 guideline, line 12</a:t>
            </a:r>
          </a:p>
        </p:txBody>
      </p:sp>
      <p:sp>
        <p:nvSpPr>
          <p:cNvPr id="4" name="prompt-quote-line12"/>
          <p:cNvSpPr>
            <a:spLocks noGrp="1"/>
          </p:cNvSpPr>
          <p:nvPr>
            <p:ph type="body" idx="2"/>
          </p:nvPr>
        </p:nvSpPr>
        <p:spPr>
          <a:xfrm>
            <a:off x="762000" y="2697480"/>
            <a:ext cx="5105400" cy="2468880"/>
          </a:xfrm>
        </p:spPr>
        <p:txBody>
          <a:bodyPr/>
          <a:lstStyle/>
          <a:p>
            <a:pPr>
              <a:spcAft>
                <a:spcPts val="800"/>
              </a:spcAft>
            </a:pPr>
            <a:r>
              <a:rPr sz="1800" i="1"/>
              <a:t>“… often signaled by disease-definition, causation, characterization, or responsibility-for-condition context — annotate the whole phrase as Specific Disease.”</a:t>
            </a:r>
          </a:p>
          <a:p>
            <a:pPr>
              <a:spcAft>
                <a:spcPts val="800"/>
              </a:spcAft>
            </a:pPr>
            <a:r>
              <a:rPr sz="2000">
                <a:solidFill>
                  <a:srgbClr val="52677A"/>
                </a:solidFill>
              </a:rPr>
              <a:t>Written for deficiency phrases only</a:t>
            </a:r>
          </a:p>
        </p:txBody>
      </p:sp>
      <p:sp>
        <p:nvSpPr>
          <p:cNvPr id="5" name="Text Placeholder 4"/>
          <p:cNvSpPr>
            <a:spLocks noGrp="1"/>
          </p:cNvSpPr>
          <p:nvPr>
            <p:ph type="body" idx="3"/>
          </p:nvPr>
        </p:nvSpPr>
        <p:spPr/>
        <p:txBody>
          <a:bodyPr/>
          <a:lstStyle/>
          <a:p>
            <a:r>
              <a:rPr/>
              <a:t>Which mentions changed</a:t>
            </a:r>
          </a:p>
        </p:txBody>
      </p:sp>
      <p:sp>
        <p:nvSpPr>
          <p:cNvPr id="6" name="Text Placeholder 5"/>
          <p:cNvSpPr>
            <a:spLocks noGrp="1"/>
          </p:cNvSpPr>
          <p:nvPr>
            <p:ph type="body" idx="4"/>
          </p:nvPr>
        </p:nvSpPr>
        <p:spPr>
          <a:xfrm>
            <a:off x="6324600" y="2697480"/>
            <a:ext cx="5105400" cy="2468880"/>
          </a:xfrm>
        </p:spPr>
        <p:txBody>
          <a:bodyPr/>
          <a:lstStyle/>
          <a:p>
            <a:pPr>
              <a:spcAft>
                <a:spcPts val="600"/>
              </a:spcAft>
            </a:pPr>
            <a:r>
              <a:rPr sz="2000"/>
              <a:t>“TSD causing mutation”: changed</a:t>
            </a:r>
          </a:p>
          <a:p>
            <a:pPr>
              <a:spcAft>
                <a:spcPts val="600"/>
              </a:spcAft>
            </a:pPr>
            <a:r>
              <a:rPr sz="2000"/>
              <a:t>“TSD carriers”, “TSD families”: unchanged</a:t>
            </a:r>
          </a:p>
          <a:p>
            <a:pPr>
              <a:spcAft>
                <a:spcPts val="600"/>
              </a:spcAft>
            </a:pPr>
            <a:r>
              <a:rPr sz="2000"/>
              <a:t>“Tay-Sachs disease patients”: unchanged</a:t>
            </a:r>
          </a:p>
        </p:txBody>
      </p:sp>
      <p:sp>
        <p:nvSpPr>
          <p:cNvPr id="7" name="Text Placeholder 6"/>
          <p:cNvSpPr>
            <a:spLocks noGrp="1"/>
          </p:cNvSpPr>
          <p:nvPr>
            <p:ph type="body" idx="5"/>
          </p:nvPr>
        </p:nvSpPr>
        <p:spPr/>
        <p:txBody>
          <a:bodyPr/>
          <a:lstStyle/>
          <a:p>
            <a:r>
              <a:rPr/>
              <a:t>A hypothesis, tested next</a:t>
            </a:r>
          </a:p>
        </p:txBody>
      </p:sp>
      <p:sp>
        <p:nvSpPr>
          <p:cNvPr id="8" name="footer-affiliation"/>
          <p:cNvSpPr>
            <a:spLocks noGrp="1"/>
          </p:cNvSpPr>
          <p:nvPr>
            <p:ph type="ftr" idx="90"/>
          </p:nvPr>
        </p:nvSpPr>
        <p:spPr>
          <a:xfrm>
            <a:off x="762000" y="6305550"/>
            <a:ext cx="7620000" cy="228600"/>
          </a:xfrm>
          <a:prstGeom prst="rect">
            <a:avLst/>
          </a:prstGeom>
          <a:noFill/>
          <a:ln w="0">
            <a:noFill/>
          </a:ln>
        </p:spPr>
        <p:txBody>
          <a:bodyPr wrap="none" lIns="0" tIns="0" rIns="0" bIns="0" anchor="t">
            <a:noAutofit/>
          </a:bodyPr>
          <a:lstStyle>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9" name="footer-page"/>
          <p:cNvSpPr>
            <a:spLocks noGrp="1"/>
          </p:cNvSpPr>
          <p:nvPr>
            <p:ph type="sldNum" idx="91"/>
          </p:nvPr>
        </p:nvSpPr>
        <p:spPr>
          <a:xfrm>
            <a:off x="10839450" y="6305550"/>
            <a:ext cx="590550" cy="228600"/>
          </a:xfrm>
          <a:prstGeom prst="rect">
            <a:avLst/>
          </a:prstGeom>
          <a:noFill/>
          <a:ln w="0">
            <a:noFill/>
          </a:ln>
        </p:spPr>
        <p:txBody>
          <a:bodyPr wrap="none" lIns="0" tIns="0" rIns="0" bIns="0" anchor="t">
            <a:noAutofit/>
          </a:bodyPr>
          <a:lstStyle>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90C4B477-32D9-4020-98D1-9565EA72A6EA}" type="slidenum">
              <a:rPr sz="1100" b="0">
                <a:solidFill>
                  <a:srgbClr val="52677A"/>
                </a:solidFill>
                <a:latin typeface="Arial"/>
                <a:ea typeface="Arial"/>
                <a:cs typeface="Arial"/>
              </a:rPr>
              <a:t>1</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Experiment: rerun both guidelines</a:t>
            </a:r>
          </a:p>
        </p:txBody>
      </p:sp>
      <p:sp>
        <p:nvSpPr>
          <p:cNvPr id="3" name="Text Placeholder 2"/>
          <p:cNvSpPr>
            <a:spLocks noGrp="1"/>
          </p:cNvSpPr>
          <p:nvPr>
            <p:ph type="body" idx="1"/>
          </p:nvPr>
        </p:nvSpPr>
        <p:spPr/>
        <p:txBody>
          <a:bodyPr/>
          <a:lstStyle/>
          <a:p>
            <a:r>
              <a:rPr/>
              <a:t>Pre-set rule: caused if R4 ≥ 3/5</a:t>
            </a:r>
          </a:p>
        </p:txBody>
      </p:sp>
      <p:graphicFrame>
        <p:nvGraphicFramePr>
          <p:cNvPr id="4" name="Table Placeholder 3"/>
          <p:cNvGraphicFramePr>
            <a:graphicFrameLocks noGrp="1"/>
          </p:cNvGraphicFramePr>
          <p:nvPr>
            <p:ph type="tbl" idx="2"/>
          </p:nvPr>
        </p:nvGraphicFramePr>
        <p:xfrm>
          <a:off x="762000" y="2362200"/>
          <a:ext cx="10668304" cy="1975104"/>
        </p:xfrm>
        <a:graphic>
          <a:graphicData uri="http://schemas.openxmlformats.org/drawingml/2006/table">
            <a:tbl>
              <a:tblPr firstRow="0" bandRow="0"/>
              <a:tblGrid>
                <a:gridCol w="4480560"/>
                <a:gridCol w="1097280"/>
                <a:gridCol w="5090464"/>
              </a:tblGrid>
              <a:tr h="658368">
                <a:tc>
                  <a:txBody>
                    <a:bodyPr/>
                    <a:lstStyle/>
                    <a:p>
                      <a:pPr algn="l"/>
                      <a:r>
                        <a:rPr sz="1800" b="1">
                          <a:solidFill>
                            <a:srgbClr val="142D45"/>
                          </a:solidFill>
                          <a:latin typeface="Arial"/>
                        </a:rPr>
                        <a:t>Guideline given to the annotator</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c>
                  <a:txBody>
                    <a:bodyPr/>
                    <a:lstStyle/>
                    <a:p>
                      <a:pPr algn="ctr"/>
                      <a:r>
                        <a:rPr sz="1800" b="1">
                          <a:solidFill>
                            <a:srgbClr val="142D45"/>
                          </a:solidFill>
                          <a:latin typeface="Arial"/>
                        </a:rPr>
                        <a:t>Runs</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c>
                  <a:txBody>
                    <a:bodyPr/>
                    <a:lstStyle/>
                    <a:p>
                      <a:pPr algn="l"/>
                      <a:r>
                        <a:rPr sz="1800" b="1">
                          <a:solidFill>
                            <a:srgbClr val="142D45"/>
                          </a:solidFill>
                          <a:latin typeface="Arial"/>
                        </a:rPr>
                        <a:t>Question answered</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r>
              <a:tr h="658368">
                <a:tc>
                  <a:txBody>
                    <a:bodyPr/>
                    <a:lstStyle/>
                    <a:p>
                      <a:pPr algn="l"/>
                      <a:r>
                        <a:rPr sz="1800" b="1">
                          <a:solidFill>
                            <a:srgbClr val="182C3F"/>
                          </a:solidFill>
                          <a:latin typeface="Arial"/>
                        </a:rPr>
                        <a:t>R3 guideline (before Round 4)</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ctr"/>
                      <a:r>
                        <a:rPr sz="1800" b="0">
                          <a:solidFill>
                            <a:srgbClr val="182C3F"/>
                          </a:solidFill>
                          <a:latin typeface="Arial"/>
                        </a:rPr>
                        <a:t>5</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0">
                          <a:solidFill>
                            <a:srgbClr val="182C3F"/>
                          </a:solidFill>
                          <a:latin typeface="Arial"/>
                        </a:rPr>
                        <a:t>Label before the principle?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r>
              <a:tr h="658368">
                <a:tc>
                  <a:txBody>
                    <a:bodyPr/>
                    <a:lstStyle/>
                    <a:p>
                      <a:pPr algn="l"/>
                      <a:r>
                        <a:rPr sz="1800" b="1">
                          <a:solidFill>
                            <a:srgbClr val="182C3F"/>
                          </a:solidFill>
                          <a:latin typeface="Arial"/>
                        </a:rPr>
                        <a:t>R4 guideline (after Round 4)</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ctr"/>
                      <a:r>
                        <a:rPr sz="1800" b="0">
                          <a:solidFill>
                            <a:srgbClr val="182C3F"/>
                          </a:solidFill>
                          <a:latin typeface="Arial"/>
                        </a:rPr>
                        <a:t>5</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0">
                          <a:solidFill>
                            <a:srgbClr val="182C3F"/>
                          </a:solidFill>
                          <a:latin typeface="Arial"/>
                        </a:rPr>
                        <a:t>Does R4 reproduce SpecificDisease?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r>
            </a:tbl>
          </a:graphicData>
        </a:graphic>
      </p:graphicFrame>
      <p:sp>
        <p:nvSpPr>
          <p:cNvPr id="5" name="footer-affiliation"/>
          <p:cNvSpPr>
            <a:spLocks noGrp="1"/>
          </p:cNvSpPr>
          <p:nvPr>
            <p:ph type="ftr" idx="90"/>
          </p:nvPr>
        </p:nvSpPr>
        <p:spPr>
          <a:xfrm>
            <a:off x="762000" y="6305550"/>
            <a:ext cx="7620000" cy="228600"/>
          </a:xfrm>
          <a:prstGeom prst="rect">
            <a:avLst/>
          </a:prstGeom>
          <a:noFill/>
          <a:ln w="0">
            <a:noFill/>
          </a:ln>
        </p:spPr>
        <p:txBody>
          <a:bodyPr wrap="none" lIns="0" tIns="0" rIns="0" bIns="0" anchor="t">
            <a:noAutofit/>
          </a:bodyPr>
          <a:lstStyle>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6" name="footer-page"/>
          <p:cNvSpPr>
            <a:spLocks noGrp="1"/>
          </p:cNvSpPr>
          <p:nvPr>
            <p:ph type="sldNum" idx="91"/>
          </p:nvPr>
        </p:nvSpPr>
        <p:spPr>
          <a:xfrm>
            <a:off x="10839450" y="6305550"/>
            <a:ext cx="590550" cy="228600"/>
          </a:xfrm>
          <a:prstGeom prst="rect">
            <a:avLst/>
          </a:prstGeom>
          <a:noFill/>
          <a:ln w="0">
            <a:noFill/>
          </a:ln>
        </p:spPr>
        <p:txBody>
          <a:bodyPr wrap="none" lIns="0" tIns="0" rIns="0" bIns="0" anchor="t">
            <a:noAutofit/>
          </a:bodyPr>
          <a:lstStyle>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51FBCCFA-E317-44E1-AF02-1E2D3E312145}" type="slidenum">
              <a:rPr sz="1100" b="0">
                <a:solidFill>
                  <a:srgbClr val="52677A"/>
                </a:solidFill>
                <a:latin typeface="Arial"/>
                <a:ea typeface="Arial"/>
                <a:cs typeface="Arial"/>
              </a:rPr>
              <a:t>1</a:t>
            </a:fld>
          </a:p>
        </p:txBody>
      </p:sp>
      <p:sp>
        <p:nvSpPr>
          <p:cNvPr id="7" name="TextBox 6"/>
          <p:cNvSpPr txBox="1"/>
          <p:nvPr/>
        </p:nvSpPr>
        <p:spPr>
          <a:xfrm>
            <a:off x="761695" y="1810512"/>
            <a:ext cx="10668304" cy="347472"/>
          </a:xfrm>
          <a:prstGeom prst="rect">
            <a:avLst/>
          </a:prstGeom>
          <a:noFill/>
        </p:spPr>
        <p:txBody>
          <a:bodyPr wrap="square" anchor="t" lIns="0" rIns="0" tIns="0" bIns="0">
            <a:spAutoFit/>
          </a:bodyPr>
          <a:lstStyle/>
          <a:p>
            <a:pPr algn="l">
              <a:spcAft>
                <a:spcPts val="0"/>
              </a:spcAft>
            </a:pPr>
            <a:r>
              <a:rPr sz="1800" b="0" i="0">
                <a:solidFill>
                  <a:srgbClr val="52677A"/>
                </a:solidFill>
                <a:latin typeface="Arial"/>
              </a:rPr>
              <a:t>Tay-Sachs document; gold hidden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Result: R4 never reproduces the change</a:t>
            </a:r>
          </a:p>
        </p:txBody>
      </p:sp>
      <p:sp>
        <p:nvSpPr>
          <p:cNvPr id="3" name="Text Placeholder 2"/>
          <p:cNvSpPr>
            <a:spLocks noGrp="1"/>
          </p:cNvSpPr>
          <p:nvPr>
            <p:ph type="body" idx="1"/>
          </p:nvPr>
        </p:nvSpPr>
        <p:spPr/>
        <p:txBody>
          <a:bodyPr/>
          <a:lstStyle/>
          <a:p>
            <a:r>
              <a:rPr/>
              <a:t>R3 guideline, 5 runs</a:t>
            </a:r>
          </a:p>
        </p:txBody>
      </p:sp>
      <p:sp>
        <p:nvSpPr>
          <p:cNvPr id="5" name="Text Placeholder 4"/>
          <p:cNvSpPr>
            <a:spLocks noGrp="1"/>
          </p:cNvSpPr>
          <p:nvPr>
            <p:ph type="body" idx="3"/>
          </p:nvPr>
        </p:nvSpPr>
        <p:spPr/>
        <p:txBody>
          <a:bodyPr/>
          <a:lstStyle/>
          <a:p>
            <a:r>
              <a:rPr/>
              <a:t>R4 guideline, 5 runs</a:t>
            </a:r>
          </a:p>
        </p:txBody>
      </p:sp>
      <p:sp>
        <p:nvSpPr>
          <p:cNvPr id="8" name="footer-affiliation"/>
          <p:cNvSpPr>
            <a:spLocks noGrp="1"/>
          </p:cNvSpPr>
          <p:nvPr>
            <p:ph type="ftr" idx="90"/>
          </p:nvPr>
        </p:nvSpPr>
        <p:spPr>
          <a:xfrm>
            <a:off x="762000" y="6305550"/>
            <a:ext cx="7620000" cy="228600"/>
          </a:xfrm>
          <a:prstGeom prst="rect">
            <a:avLst/>
          </a:prstGeom>
          <a:noFill/>
          <a:ln w="0">
            <a:noFill/>
          </a:ln>
        </p:spPr>
        <p:txBody>
          <a:bodyPr wrap="none" lIns="0" tIns="0" rIns="0" bIns="0" anchor="t">
            <a:noAutofit/>
          </a:bodyPr>
          <a:lstStyle>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9" name="footer-page"/>
          <p:cNvSpPr>
            <a:spLocks noGrp="1"/>
          </p:cNvSpPr>
          <p:nvPr>
            <p:ph type="sldNum" idx="91"/>
          </p:nvPr>
        </p:nvSpPr>
        <p:spPr>
          <a:xfrm>
            <a:off x="10839450" y="6305550"/>
            <a:ext cx="590550" cy="228600"/>
          </a:xfrm>
          <a:prstGeom prst="rect">
            <a:avLst/>
          </a:prstGeom>
          <a:noFill/>
          <a:ln w="0">
            <a:noFill/>
          </a:ln>
        </p:spPr>
        <p:txBody>
          <a:bodyPr wrap="none" lIns="0" tIns="0" rIns="0" bIns="0" anchor="t">
            <a:noAutofit/>
          </a:bodyPr>
          <a:lstStyle>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186B6F4A-9CAF-4956-8BD7-A9CD045E793A}" type="slidenum">
              <a:rPr sz="1100" b="0">
                <a:solidFill>
                  <a:srgbClr val="52677A"/>
                </a:solidFill>
                <a:latin typeface="Arial"/>
                <a:ea typeface="Arial"/>
                <a:cs typeface="Arial"/>
              </a:rPr>
              <a:t>1</a:t>
            </a:fld>
          </a:p>
        </p:txBody>
      </p:sp>
      <p:sp>
        <p:nvSpPr>
          <p:cNvPr id="10" name="result-frame-r3"/>
          <p:cNvSpPr/>
          <p:nvPr/>
        </p:nvSpPr>
        <p:spPr>
          <a:xfrm>
            <a:off x="761695" y="2670048"/>
            <a:ext cx="5105095" cy="1463040"/>
          </a:xfrm>
          <a:prstGeom prst="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r3"/>
          <p:cNvSpPr txBox="1"/>
          <p:nvPr/>
        </p:nvSpPr>
        <p:spPr>
          <a:xfrm>
            <a:off x="761695" y="2724912"/>
            <a:ext cx="5105095" cy="914400"/>
          </a:xfrm>
          <a:prstGeom prst="rect">
            <a:avLst/>
          </a:prstGeom>
          <a:noFill/>
        </p:spPr>
        <p:txBody>
          <a:bodyPr wrap="square" anchor="t" lIns="0" rIns="0" tIns="0" bIns="0">
            <a:spAutoFit/>
          </a:bodyPr>
          <a:lstStyle/>
          <a:p>
            <a:pPr algn="ctr">
              <a:spcAft>
                <a:spcPts val="0"/>
              </a:spcAft>
            </a:pPr>
            <a:r>
              <a:rPr sz="6000" b="1" i="0">
                <a:solidFill>
                  <a:srgbClr val="182C3F"/>
                </a:solidFill>
                <a:latin typeface="Arial"/>
              </a:rPr>
              <a:t>0 / 5</a:t>
            </a:r>
          </a:p>
        </p:txBody>
      </p:sp>
      <p:sp>
        <p:nvSpPr>
          <p:cNvPr id="12" name="stat-label-r3"/>
          <p:cNvSpPr txBox="1"/>
          <p:nvPr/>
        </p:nvSpPr>
        <p:spPr>
          <a:xfrm>
            <a:off x="761695" y="3611880"/>
            <a:ext cx="5105095" cy="384048"/>
          </a:xfrm>
          <a:prstGeom prst="rect">
            <a:avLst/>
          </a:prstGeom>
          <a:noFill/>
        </p:spPr>
        <p:txBody>
          <a:bodyPr wrap="square" anchor="t" lIns="0" rIns="0" tIns="0" bIns="0">
            <a:spAutoFit/>
          </a:bodyPr>
          <a:lstStyle/>
          <a:p>
            <a:pPr algn="ctr">
              <a:spcAft>
                <a:spcPts val="0"/>
              </a:spcAft>
            </a:pPr>
            <a:r>
              <a:rPr sz="2000" b="0" i="0">
                <a:solidFill>
                  <a:srgbClr val="182C3F"/>
                </a:solidFill>
                <a:latin typeface="Arial"/>
              </a:rPr>
              <a:t>runs with SpecificDisease</a:t>
            </a:r>
          </a:p>
        </p:txBody>
      </p:sp>
      <p:sp>
        <p:nvSpPr>
          <p:cNvPr id="13" name="result-frame-r4"/>
          <p:cNvSpPr/>
          <p:nvPr/>
        </p:nvSpPr>
        <p:spPr>
          <a:xfrm>
            <a:off x="6324904" y="2670048"/>
            <a:ext cx="5105095" cy="1463040"/>
          </a:xfrm>
          <a:prstGeom prst="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at-r4"/>
          <p:cNvSpPr txBox="1"/>
          <p:nvPr/>
        </p:nvSpPr>
        <p:spPr>
          <a:xfrm>
            <a:off x="6324904" y="2724912"/>
            <a:ext cx="5105095" cy="914400"/>
          </a:xfrm>
          <a:prstGeom prst="rect">
            <a:avLst/>
          </a:prstGeom>
          <a:noFill/>
        </p:spPr>
        <p:txBody>
          <a:bodyPr wrap="square" anchor="t" lIns="0" rIns="0" tIns="0" bIns="0">
            <a:spAutoFit/>
          </a:bodyPr>
          <a:lstStyle/>
          <a:p>
            <a:pPr algn="ctr">
              <a:spcAft>
                <a:spcPts val="0"/>
              </a:spcAft>
            </a:pPr>
            <a:r>
              <a:rPr sz="6000" b="1" i="0">
                <a:solidFill>
                  <a:srgbClr val="9A4C4C"/>
                </a:solidFill>
                <a:latin typeface="Arial"/>
              </a:rPr>
              <a:t>0 / 5</a:t>
            </a:r>
          </a:p>
        </p:txBody>
      </p:sp>
      <p:sp>
        <p:nvSpPr>
          <p:cNvPr id="15" name="stat-label-r4"/>
          <p:cNvSpPr txBox="1"/>
          <p:nvPr/>
        </p:nvSpPr>
        <p:spPr>
          <a:xfrm>
            <a:off x="6324904" y="3611880"/>
            <a:ext cx="5105095" cy="384048"/>
          </a:xfrm>
          <a:prstGeom prst="rect">
            <a:avLst/>
          </a:prstGeom>
          <a:noFill/>
        </p:spPr>
        <p:txBody>
          <a:bodyPr wrap="square" anchor="t" lIns="0" rIns="0" tIns="0" bIns="0">
            <a:spAutoFit/>
          </a:bodyPr>
          <a:lstStyle/>
          <a:p>
            <a:pPr algn="ctr">
              <a:spcAft>
                <a:spcPts val="0"/>
              </a:spcAft>
            </a:pPr>
            <a:r>
              <a:rPr sz="2000" b="0" i="0">
                <a:solidFill>
                  <a:srgbClr val="182C3F"/>
                </a:solidFill>
                <a:latin typeface="Arial"/>
              </a:rPr>
              <a:t>runs with SpecificDisease</a:t>
            </a:r>
          </a:p>
        </p:txBody>
      </p:sp>
      <p:sp>
        <p:nvSpPr>
          <p:cNvPr id="16" name="result-notes"/>
          <p:cNvSpPr txBox="1"/>
          <p:nvPr/>
        </p:nvSpPr>
        <p:spPr>
          <a:xfrm>
            <a:off x="761695" y="4343400"/>
            <a:ext cx="10668304" cy="1280160"/>
          </a:xfrm>
          <a:prstGeom prst="rect">
            <a:avLst/>
          </a:prstGeom>
          <a:noFill/>
        </p:spPr>
        <p:txBody>
          <a:bodyPr wrap="square" anchor="t" lIns="0" rIns="0" tIns="0" bIns="0">
            <a:spAutoFit/>
          </a:bodyPr>
          <a:lstStyle/>
          <a:p>
            <a:pPr algn="l">
              <a:spcAft>
                <a:spcPts val="600"/>
              </a:spcAft>
            </a:pPr>
            <a:r>
              <a:rPr sz="2000" b="0" i="0">
                <a:solidFill>
                  <a:srgbClr val="182C3F"/>
                </a:solidFill>
                <a:latin typeface="Arial"/>
              </a:rPr>
              <a:t>SpecificDisease appeared once: original R4 run</a:t>
            </a:r>
          </a:p>
          <a:p>
            <a:pPr algn="l">
              <a:spcAft>
                <a:spcPts val="600"/>
              </a:spcAft>
            </a:pPr>
            <a:r>
              <a:rPr sz="2000" b="0" i="0">
                <a:solidFill>
                  <a:srgbClr val="182C3F"/>
                </a:solidFill>
                <a:latin typeface="Arial"/>
              </a:rPr>
              <a:t>All 10 reruns cite Modifier rule</a:t>
            </a:r>
          </a:p>
          <a:p>
            <a:pPr algn="l">
              <a:spcAft>
                <a:spcPts val="600"/>
              </a:spcAft>
            </a:pPr>
            <a:r>
              <a:rPr sz="2000" b="0" i="0">
                <a:solidFill>
                  <a:srgbClr val="182C3F"/>
                </a:solidFill>
                <a:latin typeface="Arial"/>
              </a:rPr>
              <a:t>Original guideline, 5 earlier runs: Modifier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Case 2: cutaneous vasculitis</a:t>
            </a:r>
          </a:p>
        </p:txBody>
      </p:sp>
      <p:sp>
        <p:nvSpPr>
          <p:cNvPr id="4" name="Text Placeholder 3"/>
          <p:cNvSpPr>
            <a:spLocks noGrp="1"/>
          </p:cNvSpPr>
          <p:nvPr>
            <p:ph type="body" idx="2"/>
          </p:nvPr>
        </p:nvSpPr>
        <p:spPr/>
        <p:txBody>
          <a:bodyPr/>
          <a:lstStyle/>
          <a:p/>
        </p:txBody>
      </p:sp>
      <p:sp>
        <p:nvSpPr>
          <p:cNvPr id="5" name="footer-affiliation"/>
          <p:cNvSpPr>
            <a:spLocks noGrp="1"/>
          </p:cNvSpPr>
          <p:nvPr>
            <p:ph type="ftr" idx="90"/>
          </p:nvPr>
        </p:nvSpPr>
        <p:spPr>
          <a:xfrm>
            <a:off x="762000" y="6305550"/>
            <a:ext cx="7620000" cy="228600"/>
          </a:xfrm>
          <a:prstGeom prst="rect">
            <a:avLst/>
          </a:prstGeom>
          <a:noFill/>
          <a:ln w="0">
            <a:noFill/>
          </a:ln>
        </p:spPr>
        <p:txBody>
          <a:bodyPr wrap="none" lIns="0" tIns="0" rIns="0" bIns="0" anchor="t">
            <a:noAutofit/>
          </a:bodyPr>
          <a:lstStyle>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6" name="footer-page"/>
          <p:cNvSpPr>
            <a:spLocks noGrp="1"/>
          </p:cNvSpPr>
          <p:nvPr>
            <p:ph type="sldNum" idx="91"/>
          </p:nvPr>
        </p:nvSpPr>
        <p:spPr>
          <a:xfrm>
            <a:off x="10839450" y="6305550"/>
            <a:ext cx="590550" cy="228600"/>
          </a:xfrm>
          <a:prstGeom prst="rect">
            <a:avLst/>
          </a:prstGeom>
          <a:noFill/>
          <a:ln w="0">
            <a:noFill/>
          </a:ln>
        </p:spPr>
        <p:txBody>
          <a:bodyPr wrap="none" lIns="0" tIns="0" rIns="0" bIns="0" anchor="t">
            <a:noAutofit/>
          </a:bodyPr>
          <a:lstStyle>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14B72387-9206-4DBE-BA57-B8D12B7894DE}" type="slidenum">
              <a:rPr sz="1100" b="0">
                <a:solidFill>
                  <a:srgbClr val="52677A"/>
                </a:solidFill>
                <a:latin typeface="Arial"/>
                <a:ea typeface="Arial"/>
                <a:cs typeface="Arial"/>
              </a:rPr>
              <a:t>1</a:t>
            </a:fld>
          </a:p>
        </p:txBody>
      </p:sp>
      <p:sp>
        <p:nvSpPr>
          <p:cNvPr id="7" name="TextBox 6"/>
          <p:cNvSpPr txBox="1"/>
          <p:nvPr/>
        </p:nvSpPr>
        <p:spPr>
          <a:xfrm>
            <a:off x="761695" y="1810512"/>
            <a:ext cx="10668304" cy="347472"/>
          </a:xfrm>
          <a:prstGeom prst="rect">
            <a:avLst/>
          </a:prstGeom>
          <a:noFill/>
        </p:spPr>
        <p:txBody>
          <a:bodyPr wrap="square" anchor="t" lIns="0" rIns="0" tIns="0" bIns="0">
            <a:spAutoFit/>
          </a:bodyPr>
          <a:lstStyle/>
          <a:p>
            <a:pPr algn="l">
              <a:spcAft>
                <a:spcPts val="0"/>
              </a:spcAft>
            </a:pPr>
            <a:r>
              <a:rPr sz="1800" b="0" i="0">
                <a:solidFill>
                  <a:srgbClr val="52677A"/>
                </a:solidFill>
                <a:latin typeface="Arial"/>
              </a:rPr>
              <a:t>Gold: SpecificDisease; no new runs</a:t>
            </a:r>
          </a:p>
        </p:txBody>
      </p:sp>
      <p:sp>
        <p:nvSpPr>
          <p:cNvPr id="8" name="case-sentence"/>
          <p:cNvSpPr/>
          <p:nvPr/>
        </p:nvSpPr>
        <p:spPr>
          <a:xfrm>
            <a:off x="761695" y="2194560"/>
            <a:ext cx="10668304" cy="566928"/>
          </a:xfrm>
          <a:prstGeom prst="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r>
              <a:rPr sz="2000" b="0">
                <a:solidFill>
                  <a:srgbClr val="182C3F"/>
                </a:solidFill>
                <a:latin typeface="Arial"/>
              </a:rPr>
              <a:t>… must be distinguished from other causes of </a:t>
            </a:r>
            <a:r>
              <a:rPr sz="2000" b="1">
                <a:solidFill>
                  <a:srgbClr val="142D45"/>
                </a:solidFill>
                <a:latin typeface="Arial"/>
              </a:rPr>
              <a:t>cutaneous vasculitis</a:t>
            </a:r>
            <a:r>
              <a:rPr sz="2000" b="0">
                <a:solidFill>
                  <a:srgbClr val="182C3F"/>
                </a:solidFill>
                <a:latin typeface="Arial"/>
              </a:rPr>
              <a:t> .</a:t>
            </a:r>
          </a:p>
        </p:txBody>
      </p:sp>
      <p:sp>
        <p:nvSpPr>
          <p:cNvPr id="9" name="rounds-label"/>
          <p:cNvSpPr txBox="1"/>
          <p:nvPr/>
        </p:nvSpPr>
        <p:spPr>
          <a:xfrm>
            <a:off x="761695" y="2944368"/>
            <a:ext cx="10668304" cy="347472"/>
          </a:xfrm>
          <a:prstGeom prst="rect">
            <a:avLst/>
          </a:prstGeom>
          <a:noFill/>
        </p:spPr>
        <p:txBody>
          <a:bodyPr wrap="square" anchor="t" lIns="0" rIns="0" tIns="0" bIns="0">
            <a:spAutoFit/>
          </a:bodyPr>
          <a:lstStyle/>
          <a:p>
            <a:pPr algn="l">
              <a:spcAft>
                <a:spcPts val="0"/>
              </a:spcAft>
            </a:pPr>
            <a:r>
              <a:rPr sz="1800" b="0" i="0">
                <a:solidFill>
                  <a:srgbClr val="52677A"/>
                </a:solidFill>
                <a:latin typeface="Arial"/>
              </a:rPr>
              <a:t>Across rounds (guideline changes each round)</a:t>
            </a:r>
          </a:p>
        </p:txBody>
      </p:sp>
      <p:graphicFrame>
        <p:nvGraphicFramePr>
          <p:cNvPr id="10" name="Table 9"/>
          <p:cNvGraphicFramePr>
            <a:graphicFrameLocks noGrp="1"/>
          </p:cNvGraphicFramePr>
          <p:nvPr/>
        </p:nvGraphicFramePr>
        <p:xfrm>
          <a:off x="761695" y="3310128"/>
          <a:ext cx="10668300" cy="969264"/>
        </p:xfrm>
        <a:graphic>
          <a:graphicData uri="http://schemas.openxmlformats.org/drawingml/2006/table">
            <a:tbl>
              <a:tblPr firstRow="0" bandRow="0"/>
              <a:tblGrid>
                <a:gridCol w="2133660"/>
                <a:gridCol w="2133660"/>
                <a:gridCol w="2133660"/>
                <a:gridCol w="2133660"/>
                <a:gridCol w="2133660"/>
              </a:tblGrid>
              <a:tr h="484632">
                <a:tc>
                  <a:txBody>
                    <a:bodyPr/>
                    <a:lstStyle/>
                    <a:p>
                      <a:pPr algn="ctr"/>
                      <a:r>
                        <a:rPr sz="1800" b="1">
                          <a:solidFill>
                            <a:srgbClr val="142D45"/>
                          </a:solidFill>
                          <a:latin typeface="Arial"/>
                        </a:rPr>
                        <a:t>After R0</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c>
                  <a:txBody>
                    <a:bodyPr/>
                    <a:lstStyle/>
                    <a:p>
                      <a:pPr algn="ctr"/>
                      <a:r>
                        <a:rPr sz="1800" b="1">
                          <a:solidFill>
                            <a:srgbClr val="142D45"/>
                          </a:solidFill>
                          <a:latin typeface="Arial"/>
                        </a:rPr>
                        <a:t>After R1</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c>
                  <a:txBody>
                    <a:bodyPr/>
                    <a:lstStyle/>
                    <a:p>
                      <a:pPr algn="ctr"/>
                      <a:r>
                        <a:rPr sz="1800" b="1">
                          <a:solidFill>
                            <a:srgbClr val="142D45"/>
                          </a:solidFill>
                          <a:latin typeface="Arial"/>
                        </a:rPr>
                        <a:t>After R2</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c>
                  <a:txBody>
                    <a:bodyPr/>
                    <a:lstStyle/>
                    <a:p>
                      <a:pPr algn="ctr"/>
                      <a:r>
                        <a:rPr sz="1800" b="1">
                          <a:solidFill>
                            <a:srgbClr val="142D45"/>
                          </a:solidFill>
                          <a:latin typeface="Arial"/>
                        </a:rPr>
                        <a:t>After R3</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c>
                  <a:txBody>
                    <a:bodyPr/>
                    <a:lstStyle/>
                    <a:p>
                      <a:pPr algn="ctr"/>
                      <a:r>
                        <a:rPr sz="1800" b="1">
                          <a:solidFill>
                            <a:srgbClr val="142D45"/>
                          </a:solidFill>
                          <a:latin typeface="Arial"/>
                        </a:rPr>
                        <a:t>After R4</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r>
              <a:tr h="484632">
                <a:tc>
                  <a:txBody>
                    <a:bodyPr/>
                    <a:lstStyle/>
                    <a:p>
                      <a:pPr algn="ctr"/>
                      <a:r>
                        <a:rPr sz="1800" b="0">
                          <a:solidFill>
                            <a:srgbClr val="9A4C4C"/>
                          </a:solidFill>
                          <a:latin typeface="Arial"/>
                        </a:rPr>
                        <a:t>DiseaseClass</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ctr"/>
                      <a:r>
                        <a:rPr sz="1800" b="0">
                          <a:solidFill>
                            <a:srgbClr val="336E5B"/>
                          </a:solidFill>
                          <a:latin typeface="Arial"/>
                        </a:rPr>
                        <a:t>SpecificDisease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ctr"/>
                      <a:r>
                        <a:rPr sz="1800" b="0">
                          <a:solidFill>
                            <a:srgbClr val="9A4C4C"/>
                          </a:solidFill>
                          <a:latin typeface="Arial"/>
                        </a:rPr>
                        <a:t>DiseaseClass</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ctr"/>
                      <a:r>
                        <a:rPr sz="1800" b="0">
                          <a:solidFill>
                            <a:srgbClr val="336E5B"/>
                          </a:solidFill>
                          <a:latin typeface="Arial"/>
                        </a:rPr>
                        <a:t>SpecificDisease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ctr"/>
                      <a:r>
                        <a:rPr sz="1800" b="0">
                          <a:solidFill>
                            <a:srgbClr val="9A4C4C"/>
                          </a:solidFill>
                          <a:latin typeface="Arial"/>
                        </a:rPr>
                        <a:t>DiseaseClass</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r>
            </a:tbl>
          </a:graphicData>
        </a:graphic>
      </p:graphicFrame>
      <p:sp>
        <p:nvSpPr>
          <p:cNvPr id="11" name="fixed-label"/>
          <p:cNvSpPr txBox="1"/>
          <p:nvPr/>
        </p:nvSpPr>
        <p:spPr>
          <a:xfrm>
            <a:off x="761695" y="4498848"/>
            <a:ext cx="10668304" cy="347472"/>
          </a:xfrm>
          <a:prstGeom prst="rect">
            <a:avLst/>
          </a:prstGeom>
          <a:noFill/>
        </p:spPr>
        <p:txBody>
          <a:bodyPr wrap="square" anchor="t" lIns="0" rIns="0" tIns="0" bIns="0">
            <a:spAutoFit/>
          </a:bodyPr>
          <a:lstStyle/>
          <a:p>
            <a:pPr algn="l">
              <a:spcAft>
                <a:spcPts val="0"/>
              </a:spcAft>
            </a:pPr>
            <a:r>
              <a:rPr sz="1800" b="0" i="0">
                <a:solidFill>
                  <a:srgbClr val="52677A"/>
                </a:solidFill>
                <a:latin typeface="Arial"/>
              </a:rPr>
              <a:t>Original guideline held fixed, five runs</a:t>
            </a:r>
          </a:p>
        </p:txBody>
      </p:sp>
      <p:graphicFrame>
        <p:nvGraphicFramePr>
          <p:cNvPr id="12" name="Table 11"/>
          <p:cNvGraphicFramePr>
            <a:graphicFrameLocks noGrp="1"/>
          </p:cNvGraphicFramePr>
          <p:nvPr/>
        </p:nvGraphicFramePr>
        <p:xfrm>
          <a:off x="761695" y="4864608"/>
          <a:ext cx="10668300" cy="969264"/>
        </p:xfrm>
        <a:graphic>
          <a:graphicData uri="http://schemas.openxmlformats.org/drawingml/2006/table">
            <a:tbl>
              <a:tblPr firstRow="0" bandRow="0"/>
              <a:tblGrid>
                <a:gridCol w="2133660"/>
                <a:gridCol w="2133660"/>
                <a:gridCol w="2133660"/>
                <a:gridCol w="2133660"/>
                <a:gridCol w="2133660"/>
              </a:tblGrid>
              <a:tr h="484632">
                <a:tc>
                  <a:txBody>
                    <a:bodyPr/>
                    <a:lstStyle/>
                    <a:p>
                      <a:pPr algn="ctr"/>
                      <a:r>
                        <a:rPr sz="1800" b="1">
                          <a:solidFill>
                            <a:srgbClr val="142D45"/>
                          </a:solidFill>
                          <a:latin typeface="Arial"/>
                        </a:rPr>
                        <a:t>Run 1</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c>
                  <a:txBody>
                    <a:bodyPr/>
                    <a:lstStyle/>
                    <a:p>
                      <a:pPr algn="ctr"/>
                      <a:r>
                        <a:rPr sz="1800" b="1">
                          <a:solidFill>
                            <a:srgbClr val="142D45"/>
                          </a:solidFill>
                          <a:latin typeface="Arial"/>
                        </a:rPr>
                        <a:t>Run 2</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c>
                  <a:txBody>
                    <a:bodyPr/>
                    <a:lstStyle/>
                    <a:p>
                      <a:pPr algn="ctr"/>
                      <a:r>
                        <a:rPr sz="1800" b="1">
                          <a:solidFill>
                            <a:srgbClr val="142D45"/>
                          </a:solidFill>
                          <a:latin typeface="Arial"/>
                        </a:rPr>
                        <a:t>Run 3</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c>
                  <a:txBody>
                    <a:bodyPr/>
                    <a:lstStyle/>
                    <a:p>
                      <a:pPr algn="ctr"/>
                      <a:r>
                        <a:rPr sz="1800" b="1">
                          <a:solidFill>
                            <a:srgbClr val="142D45"/>
                          </a:solidFill>
                          <a:latin typeface="Arial"/>
                        </a:rPr>
                        <a:t>Run 4</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c>
                  <a:txBody>
                    <a:bodyPr/>
                    <a:lstStyle/>
                    <a:p>
                      <a:pPr algn="ctr"/>
                      <a:r>
                        <a:rPr sz="1800" b="1">
                          <a:solidFill>
                            <a:srgbClr val="142D45"/>
                          </a:solidFill>
                          <a:latin typeface="Arial"/>
                        </a:rPr>
                        <a:t>Run 5</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r>
              <a:tr h="484632">
                <a:tc>
                  <a:txBody>
                    <a:bodyPr/>
                    <a:lstStyle/>
                    <a:p>
                      <a:pPr algn="ctr"/>
                      <a:r>
                        <a:rPr sz="1800" b="0">
                          <a:solidFill>
                            <a:srgbClr val="9A4C4C"/>
                          </a:solidFill>
                          <a:latin typeface="Arial"/>
                        </a:rPr>
                        <a:t>DiseaseClass</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ctr"/>
                      <a:r>
                        <a:rPr sz="1800" b="0">
                          <a:solidFill>
                            <a:srgbClr val="336E5B"/>
                          </a:solidFill>
                          <a:latin typeface="Arial"/>
                        </a:rPr>
                        <a:t>SpecificDisease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ctr"/>
                      <a:r>
                        <a:rPr sz="1800" b="0">
                          <a:solidFill>
                            <a:srgbClr val="336E5B"/>
                          </a:solidFill>
                          <a:latin typeface="Arial"/>
                        </a:rPr>
                        <a:t>SpecificDisease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ctr"/>
                      <a:r>
                        <a:rPr sz="1800" b="0">
                          <a:solidFill>
                            <a:srgbClr val="9A4C4C"/>
                          </a:solidFill>
                          <a:latin typeface="Arial"/>
                        </a:rPr>
                        <a:t>DiseaseClass</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ctr"/>
                      <a:r>
                        <a:rPr sz="1800" b="0">
                          <a:solidFill>
                            <a:srgbClr val="9A4C4C"/>
                          </a:solidFill>
                          <a:latin typeface="Arial"/>
                        </a:rPr>
                        <a:t>DiseaseClass</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Verdict: variation, not the principle</a:t>
            </a:r>
          </a:p>
        </p:txBody>
      </p:sp>
      <p:sp>
        <p:nvSpPr>
          <p:cNvPr id="3" name="Text Placeholder 2"/>
          <p:cNvSpPr>
            <a:spLocks noGrp="1"/>
          </p:cNvSpPr>
          <p:nvPr>
            <p:ph type="body" idx="1"/>
          </p:nvPr>
        </p:nvSpPr>
        <p:spPr/>
        <p:txBody>
          <a:bodyPr/>
          <a:lstStyle/>
          <a:p>
            <a:r>
              <a:rPr/>
              <a:t>Not secondary effects of the principle</a:t>
            </a:r>
          </a:p>
        </p:txBody>
      </p:sp>
      <p:graphicFrame>
        <p:nvGraphicFramePr>
          <p:cNvPr id="4" name="Table Placeholder 3"/>
          <p:cNvGraphicFramePr>
            <a:graphicFrameLocks noGrp="1"/>
          </p:cNvGraphicFramePr>
          <p:nvPr>
            <p:ph type="tbl" idx="2"/>
          </p:nvPr>
        </p:nvGraphicFramePr>
        <p:xfrm>
          <a:off x="762000" y="2362200"/>
          <a:ext cx="10668304" cy="1975104"/>
        </p:xfrm>
        <a:graphic>
          <a:graphicData uri="http://schemas.openxmlformats.org/drawingml/2006/table">
            <a:tbl>
              <a:tblPr firstRow="0" bandRow="0"/>
              <a:tblGrid>
                <a:gridCol w="3200400"/>
                <a:gridCol w="2926080"/>
                <a:gridCol w="4541824"/>
              </a:tblGrid>
              <a:tr h="658368">
                <a:tc>
                  <a:txBody>
                    <a:bodyPr/>
                    <a:lstStyle/>
                    <a:p>
                      <a:pPr algn="l"/>
                      <a:r>
                        <a:rPr sz="1800" b="1">
                          <a:solidFill>
                            <a:srgbClr val="142D45"/>
                          </a:solidFill>
                          <a:latin typeface="Arial"/>
                        </a:rPr>
                        <a:t>Change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c>
                  <a:txBody>
                    <a:bodyPr/>
                    <a:lstStyle/>
                    <a:p>
                      <a:pPr algn="ctr"/>
                      <a:r>
                        <a:rPr sz="1800" b="1">
                          <a:solidFill>
                            <a:srgbClr val="142D45"/>
                          </a:solidFill>
                          <a:latin typeface="Arial"/>
                        </a:rPr>
                        <a:t>Caused by principle?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c>
                  <a:txBody>
                    <a:bodyPr/>
                    <a:lstStyle/>
                    <a:p>
                      <a:pPr algn="l"/>
                      <a:r>
                        <a:rPr sz="1800" b="1">
                          <a:solidFill>
                            <a:srgbClr val="142D45"/>
                          </a:solidFill>
                          <a:latin typeface="Arial"/>
                        </a:rPr>
                        <a:t>Evidence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r>
              <a:tr h="658368">
                <a:tc>
                  <a:txBody>
                    <a:bodyPr/>
                    <a:lstStyle/>
                    <a:p>
                      <a:pPr algn="l"/>
                      <a:r>
                        <a:rPr sz="1800" b="1">
                          <a:solidFill>
                            <a:srgbClr val="182C3F"/>
                          </a:solidFill>
                          <a:latin typeface="Arial"/>
                        </a:rPr>
                        <a:t>Tay-Sachs disease, TSD</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ctr"/>
                      <a:r>
                        <a:rPr sz="1800" b="1">
                          <a:solidFill>
                            <a:srgbClr val="9A4C4C"/>
                          </a:solidFill>
                          <a:latin typeface="Arial"/>
                        </a:rPr>
                        <a:t>Not supported</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0">
                          <a:solidFill>
                            <a:srgbClr val="182C3F"/>
                          </a:solidFill>
                          <a:latin typeface="Arial"/>
                        </a:rPr>
                        <a:t>R4 reruns: SpecificDisease 0/5</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r>
              <a:tr h="658368">
                <a:tc>
                  <a:txBody>
                    <a:bodyPr/>
                    <a:lstStyle/>
                    <a:p>
                      <a:pPr algn="l"/>
                      <a:r>
                        <a:rPr sz="1800" b="1">
                          <a:solidFill>
                            <a:srgbClr val="182C3F"/>
                          </a:solidFill>
                          <a:latin typeface="Arial"/>
                        </a:rPr>
                        <a:t>cutaneous vasculitis</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ctr"/>
                      <a:r>
                        <a:rPr sz="1800" b="1">
                          <a:solidFill>
                            <a:srgbClr val="9A4C4C"/>
                          </a:solidFill>
                          <a:latin typeface="Arial"/>
                        </a:rPr>
                        <a:t>Not supported</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l"/>
                      <a:r>
                        <a:rPr sz="1800" b="0">
                          <a:solidFill>
                            <a:srgbClr val="182C3F"/>
                          </a:solidFill>
                          <a:latin typeface="Arial"/>
                        </a:rPr>
                        <a:t>Varies with fixed guideline, 2/5</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r>
            </a:tbl>
          </a:graphicData>
        </a:graphic>
      </p:graphicFrame>
      <p:sp>
        <p:nvSpPr>
          <p:cNvPr id="5" name="footer-affiliation"/>
          <p:cNvSpPr>
            <a:spLocks noGrp="1"/>
          </p:cNvSpPr>
          <p:nvPr>
            <p:ph type="ftr" idx="90"/>
          </p:nvPr>
        </p:nvSpPr>
        <p:spPr>
          <a:xfrm>
            <a:off x="762000" y="6305550"/>
            <a:ext cx="7620000" cy="228600"/>
          </a:xfrm>
          <a:prstGeom prst="rect">
            <a:avLst/>
          </a:prstGeom>
          <a:noFill/>
          <a:ln w="0">
            <a:noFill/>
          </a:ln>
        </p:spPr>
        <p:txBody>
          <a:bodyPr wrap="none" lIns="0" tIns="0" rIns="0" bIns="0" anchor="t">
            <a:noAutofit/>
          </a:bodyPr>
          <a:lstStyle>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6" name="footer-page"/>
          <p:cNvSpPr>
            <a:spLocks noGrp="1"/>
          </p:cNvSpPr>
          <p:nvPr>
            <p:ph type="sldNum" idx="91"/>
          </p:nvPr>
        </p:nvSpPr>
        <p:spPr>
          <a:xfrm>
            <a:off x="10839450" y="6305550"/>
            <a:ext cx="590550" cy="228600"/>
          </a:xfrm>
          <a:prstGeom prst="rect">
            <a:avLst/>
          </a:prstGeom>
          <a:noFill/>
          <a:ln w="0">
            <a:noFill/>
          </a:ln>
        </p:spPr>
        <p:txBody>
          <a:bodyPr wrap="none" lIns="0" tIns="0" rIns="0" bIns="0" anchor="t">
            <a:noAutofit/>
          </a:bodyPr>
          <a:lstStyle>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5F5095EF-AEC8-40F3-8DDA-1FE1FA956524}" type="slidenum">
              <a:rPr sz="1100" b="0">
                <a:solidFill>
                  <a:srgbClr val="52677A"/>
                </a:solidFill>
                <a:latin typeface="Arial"/>
                <a:ea typeface="Arial"/>
                <a:cs typeface="Arial"/>
              </a:rPr>
              <a:t>1</a:t>
            </a:fld>
          </a:p>
        </p:txBody>
      </p:sp>
      <p:sp>
        <p:nvSpPr>
          <p:cNvPr id="7" name="TextBox 6"/>
          <p:cNvSpPr txBox="1"/>
          <p:nvPr/>
        </p:nvSpPr>
        <p:spPr>
          <a:xfrm>
            <a:off x="761695" y="1810512"/>
            <a:ext cx="10668304" cy="347472"/>
          </a:xfrm>
          <a:prstGeom prst="rect">
            <a:avLst/>
          </a:prstGeom>
          <a:noFill/>
        </p:spPr>
        <p:txBody>
          <a:bodyPr wrap="square" anchor="t" lIns="0" rIns="0" tIns="0" bIns="0">
            <a:spAutoFit/>
          </a:bodyPr>
          <a:lstStyle/>
          <a:p>
            <a:pPr algn="l">
              <a:spcAft>
                <a:spcPts val="0"/>
              </a:spcAft>
            </a:pPr>
            <a:r>
              <a:rPr sz="1800" b="0" i="0">
                <a:solidFill>
                  <a:srgbClr val="52677A"/>
                </a:solidFill>
                <a:latin typeface="Arial"/>
              </a:rPr>
              <a:t>Each change against the two explanations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Implication: keeping Round 4 was fragile</a:t>
            </a:r>
          </a:p>
        </p:txBody>
      </p:sp>
      <p:sp>
        <p:nvSpPr>
          <p:cNvPr id="3" name="Text Placeholder 2"/>
          <p:cNvSpPr>
            <a:spLocks noGrp="1"/>
          </p:cNvSpPr>
          <p:nvPr>
            <p:ph type="body" idx="1"/>
          </p:nvPr>
        </p:nvSpPr>
        <p:spPr/>
        <p:txBody>
          <a:bodyPr/>
          <a:lstStyle/>
          <a:p>
            <a:r>
              <a:rPr/>
              <a:t>Recount from saved predictions; no run</a:t>
            </a:r>
          </a:p>
        </p:txBody>
      </p:sp>
      <p:graphicFrame>
        <p:nvGraphicFramePr>
          <p:cNvPr id="4" name="Table Placeholder 3"/>
          <p:cNvGraphicFramePr>
            <a:graphicFrameLocks noGrp="1"/>
          </p:cNvGraphicFramePr>
          <p:nvPr>
            <p:ph type="tbl" idx="2"/>
          </p:nvPr>
        </p:nvGraphicFramePr>
        <p:xfrm>
          <a:off x="762000" y="2362200"/>
          <a:ext cx="10668304" cy="2633472"/>
        </p:xfrm>
        <a:graphic>
          <a:graphicData uri="http://schemas.openxmlformats.org/drawingml/2006/table">
            <a:tbl>
              <a:tblPr firstRow="0" bandRow="0"/>
              <a:tblGrid>
                <a:gridCol w="5486400"/>
                <a:gridCol w="2011680"/>
                <a:gridCol w="3170224"/>
              </a:tblGrid>
              <a:tr h="658368">
                <a:tc>
                  <a:txBody>
                    <a:bodyPr/>
                    <a:lstStyle/>
                    <a:p>
                      <a:pPr algn="l"/>
                      <a:r>
                        <a:rPr sz="1800" b="1">
                          <a:solidFill>
                            <a:srgbClr val="142D45"/>
                          </a:solidFill>
                          <a:latin typeface="Arial"/>
                        </a:rPr>
                        <a:t>Guideline and predictions</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c>
                  <a:txBody>
                    <a:bodyPr/>
                    <a:lstStyle/>
                    <a:p>
                      <a:pPr algn="ctr"/>
                      <a:r>
                        <a:rPr sz="1800" b="1">
                          <a:solidFill>
                            <a:srgbClr val="142D45"/>
                          </a:solidFill>
                          <a:latin typeface="Arial"/>
                        </a:rPr>
                        <a:t>Dev F1</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c>
                  <a:txBody>
                    <a:bodyPr/>
                    <a:lstStyle/>
                    <a:p>
                      <a:pPr algn="ctr"/>
                      <a:r>
                        <a:rPr sz="1800" b="1">
                          <a:solidFill>
                            <a:srgbClr val="142D45"/>
                          </a:solidFill>
                          <a:latin typeface="Arial"/>
                        </a:rPr>
                        <a:t>Decision</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EAF1F8"/>
                    </a:solidFill>
                  </a:tcPr>
                </a:tc>
              </a:tr>
              <a:tr h="658368">
                <a:tc>
                  <a:txBody>
                    <a:bodyPr/>
                    <a:lstStyle/>
                    <a:p>
                      <a:pPr algn="l"/>
                      <a:r>
                        <a:rPr sz="1800" b="0">
                          <a:solidFill>
                            <a:srgbClr val="182C3F"/>
                          </a:solidFill>
                          <a:latin typeface="Arial"/>
                        </a:rPr>
                        <a:t>After R3, saved</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ctr"/>
                      <a:r>
                        <a:rPr sz="1800" b="0">
                          <a:solidFill>
                            <a:srgbClr val="182C3F"/>
                          </a:solidFill>
                          <a:latin typeface="Arial"/>
                        </a:rPr>
                        <a:t>0.8873</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ctr"/>
                      <a:r>
                        <a:rPr sz="1800" b="0">
                          <a:solidFill>
                            <a:srgbClr val="182C3F"/>
                          </a:solidFill>
                          <a:latin typeface="Arial"/>
                        </a:rPr>
                        <a:t>Baseline</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r>
              <a:tr h="658368">
                <a:tc>
                  <a:txBody>
                    <a:bodyPr/>
                    <a:lstStyle/>
                    <a:p>
                      <a:pPr algn="l"/>
                      <a:r>
                        <a:rPr sz="1800" b="0">
                          <a:solidFill>
                            <a:srgbClr val="182C3F"/>
                          </a:solidFill>
                          <a:latin typeface="Arial"/>
                        </a:rPr>
                        <a:t>After R4, saved</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ctr"/>
                      <a:r>
                        <a:rPr sz="1800" b="0">
                          <a:solidFill>
                            <a:srgbClr val="182C3F"/>
                          </a:solidFill>
                          <a:latin typeface="Arial"/>
                        </a:rPr>
                        <a:t>0.9091</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ctr"/>
                      <a:r>
                        <a:rPr sz="1800" b="1">
                          <a:solidFill>
                            <a:srgbClr val="336E5B"/>
                          </a:solidFill>
                          <a:latin typeface="Arial"/>
                        </a:rPr>
                        <a:t>Kept</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r>
              <a:tr h="658368">
                <a:tc>
                  <a:txBody>
                    <a:bodyPr/>
                    <a:lstStyle/>
                    <a:p>
                      <a:pPr algn="l"/>
                      <a:r>
                        <a:rPr sz="1800" b="0">
                          <a:solidFill>
                            <a:srgbClr val="182C3F"/>
                          </a:solidFill>
                          <a:latin typeface="Arial"/>
                        </a:rPr>
                        <a:t>After R4, Tay-Sachs as in reruns</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ctr"/>
                      <a:r>
                        <a:rPr sz="1800" b="0">
                          <a:solidFill>
                            <a:srgbClr val="182C3F"/>
                          </a:solidFill>
                          <a:latin typeface="Arial"/>
                        </a:rPr>
                        <a:t>0.8811</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c>
                  <a:txBody>
                    <a:bodyPr/>
                    <a:lstStyle/>
                    <a:p>
                      <a:pPr algn="ctr"/>
                      <a:r>
                        <a:rPr sz="1800" b="1">
                          <a:solidFill>
                            <a:srgbClr val="9A4C4C"/>
                          </a:solidFill>
                          <a:latin typeface="Arial"/>
                        </a:rPr>
                        <a:t>Would be discarded</a:t>
                      </a:r>
                    </a:p>
                  </a:txBody>
                  <a:tcPr marL="133350" marR="133350" marT="114300" marB="95250" anchor="ctr">
                    <a:lnL w="5715">
                      <a:solidFill>
                        <a:srgbClr val="DCE4EC"/>
                      </a:solidFill>
                      <a:prstDash val="solid"/>
                    </a:lnL>
                    <a:lnR w="5715">
                      <a:solidFill>
                        <a:srgbClr val="DCE4EC"/>
                      </a:solidFill>
                      <a:prstDash val="solid"/>
                    </a:lnR>
                    <a:lnT w="5715">
                      <a:solidFill>
                        <a:srgbClr val="DCE4EC"/>
                      </a:solidFill>
                      <a:prstDash val="solid"/>
                    </a:lnT>
                    <a:lnB w="5715">
                      <a:solidFill>
                        <a:srgbClr val="DCE4EC"/>
                      </a:solidFill>
                      <a:prstDash val="solid"/>
                    </a:lnB>
                    <a:solidFill>
                      <a:srgbClr val="FFFFFF"/>
                    </a:solidFill>
                  </a:tcPr>
                </a:tc>
              </a:tr>
            </a:tbl>
          </a:graphicData>
        </a:graphic>
      </p:graphicFrame>
      <p:sp>
        <p:nvSpPr>
          <p:cNvPr id="5" name="footer-affiliation"/>
          <p:cNvSpPr>
            <a:spLocks noGrp="1"/>
          </p:cNvSpPr>
          <p:nvPr>
            <p:ph type="ftr" idx="90"/>
          </p:nvPr>
        </p:nvSpPr>
        <p:spPr>
          <a:xfrm>
            <a:off x="762000" y="6305550"/>
            <a:ext cx="7620000" cy="228600"/>
          </a:xfrm>
          <a:prstGeom prst="rect">
            <a:avLst/>
          </a:prstGeom>
          <a:noFill/>
          <a:ln w="0">
            <a:noFill/>
          </a:ln>
        </p:spPr>
        <p:txBody>
          <a:bodyPr wrap="none" lIns="0" tIns="0" rIns="0" bIns="0" anchor="t">
            <a:noAutofit/>
          </a:bodyPr>
          <a:lstStyle>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6" name="footer-page"/>
          <p:cNvSpPr>
            <a:spLocks noGrp="1"/>
          </p:cNvSpPr>
          <p:nvPr>
            <p:ph type="sldNum" idx="91"/>
          </p:nvPr>
        </p:nvSpPr>
        <p:spPr>
          <a:xfrm>
            <a:off x="10839450" y="6305550"/>
            <a:ext cx="590550" cy="228600"/>
          </a:xfrm>
          <a:prstGeom prst="rect">
            <a:avLst/>
          </a:prstGeom>
          <a:noFill/>
          <a:ln w="0">
            <a:noFill/>
          </a:ln>
        </p:spPr>
        <p:txBody>
          <a:bodyPr wrap="none" lIns="0" tIns="0" rIns="0" bIns="0" anchor="t">
            <a:noAutofit/>
          </a:bodyPr>
          <a:lstStyle>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5F5095EF-AEC8-40F3-8DDA-1FE1FA956524}" type="slidenum">
              <a:rPr sz="1100" b="0">
                <a:solidFill>
                  <a:srgbClr val="52677A"/>
                </a:solidFill>
                <a:latin typeface="Arial"/>
                <a:ea typeface="Arial"/>
                <a:cs typeface="Arial"/>
              </a:rPr>
              <a:t>1</a:t>
            </a:fld>
          </a:p>
        </p:txBody>
      </p:sp>
      <p:sp>
        <p:nvSpPr>
          <p:cNvPr id="7" name="TextBox 6"/>
          <p:cNvSpPr txBox="1"/>
          <p:nvPr/>
        </p:nvSpPr>
        <p:spPr>
          <a:xfrm>
            <a:off x="761695" y="1810512"/>
            <a:ext cx="10668304" cy="347472"/>
          </a:xfrm>
          <a:prstGeom prst="rect">
            <a:avLst/>
          </a:prstGeom>
          <a:noFill/>
        </p:spPr>
        <p:txBody>
          <a:bodyPr wrap="square" anchor="t" lIns="0" rIns="0" tIns="0" bIns="0">
            <a:spAutoFit/>
          </a:bodyPr>
          <a:lstStyle/>
          <a:p>
            <a:pPr algn="l">
              <a:spcAft>
                <a:spcPts val="0"/>
              </a:spcAft>
            </a:pPr>
            <a:r>
              <a:rPr sz="1800" b="0" i="0">
                <a:solidFill>
                  <a:srgbClr val="52677A"/>
                </a:solidFill>
                <a:latin typeface="Arial"/>
              </a:rPr>
              <a:t>Kept only if F1 rises (§3.4)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Conclusion and next steps</a:t>
            </a:r>
          </a:p>
        </p:txBody>
      </p:sp>
      <p:sp>
        <p:nvSpPr>
          <p:cNvPr id="3" name="Text Placeholder 2"/>
          <p:cNvSpPr>
            <a:spLocks noGrp="1"/>
          </p:cNvSpPr>
          <p:nvPr>
            <p:ph type="body" idx="1"/>
          </p:nvPr>
        </p:nvSpPr>
        <p:spPr>
          <a:xfrm>
            <a:off x="762000" y="2266950"/>
            <a:ext cx="10668000" cy="2697480"/>
          </a:xfrm>
        </p:spPr>
        <p:txBody>
          <a:bodyPr/>
          <a:lstStyle/>
          <a:p>
            <a:pPr marL="279400" indent="-127000">
              <a:spcAft>
                <a:spcPts val="800"/>
              </a:spcAft>
              <a:buChar char="•"/>
            </a:pPr>
            <a:r>
              <a:rPr/>
              <a:t>Three changes outside the target errors</a:t>
            </a:r>
          </a:p>
          <a:p>
            <a:pPr marL="279400" indent="-127000">
              <a:spcAft>
                <a:spcPts val="800"/>
              </a:spcAft>
              <a:buChar char="•"/>
            </a:pPr>
            <a:r>
              <a:rPr/>
              <a:t>Tay-Sachs change: not reproduced, 0/5</a:t>
            </a:r>
          </a:p>
          <a:p>
            <a:pPr marL="279400" indent="-127000">
              <a:spcAft>
                <a:spcPts val="800"/>
              </a:spcAft>
              <a:buChar char="•"/>
            </a:pPr>
            <a:r>
              <a:rPr/>
              <a:t>Vasculitis: varies without guideline change</a:t>
            </a:r>
          </a:p>
          <a:p>
            <a:pPr marL="279400" indent="-127000">
              <a:spcAft>
                <a:spcPts val="800"/>
              </a:spcAft>
              <a:buChar char="•"/>
            </a:pPr>
            <a:r>
              <a:rPr/>
              <a:t>No evidence the principle caused either</a:t>
            </a:r>
          </a:p>
          <a:p>
            <a:pPr marL="279400" indent="-127000">
              <a:spcAft>
                <a:spcPts val="800"/>
              </a:spcAft>
              <a:buChar char="•"/>
            </a:pPr>
            <a:r>
              <a:rPr/>
              <a:t>Round 4's acceptance relied on Tay-Sachs</a:t>
            </a:r>
          </a:p>
        </p:txBody>
      </p:sp>
      <p:sp>
        <p:nvSpPr>
          <p:cNvPr id="4" name="Text Placeholder 3"/>
          <p:cNvSpPr>
            <a:spLocks noGrp="1"/>
          </p:cNvSpPr>
          <p:nvPr>
            <p:ph type="body" idx="2"/>
          </p:nvPr>
        </p:nvSpPr>
        <p:spPr>
          <a:xfrm>
            <a:off x="762000" y="5120640"/>
            <a:ext cx="10668000" cy="666750"/>
          </a:xfrm>
        </p:spPr>
        <p:txBody>
          <a:bodyPr/>
          <a:lstStyle/>
          <a:p>
            <a:r>
              <a:rPr/>
              <a:t>Next: rerun before keeping a round</a:t>
            </a:r>
          </a:p>
        </p:txBody>
      </p:sp>
      <p:sp>
        <p:nvSpPr>
          <p:cNvPr id="5" name="footer-affiliation"/>
          <p:cNvSpPr>
            <a:spLocks noGrp="1"/>
          </p:cNvSpPr>
          <p:nvPr>
            <p:ph type="ftr" idx="90"/>
          </p:nvPr>
        </p:nvSpPr>
        <p:spPr>
          <a:xfrm>
            <a:off x="762000" y="6305550"/>
            <a:ext cx="7620000" cy="228600"/>
          </a:xfrm>
          <a:prstGeom prst="rect">
            <a:avLst/>
          </a:prstGeom>
          <a:noFill/>
          <a:ln w="0">
            <a:noFill/>
          </a:ln>
        </p:spPr>
        <p:txBody>
          <a:bodyPr wrap="none" lIns="0" tIns="0" rIns="0" bIns="0" anchor="t">
            <a:noAutofit/>
          </a:bodyPr>
          <a:lstStyle>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6" name="footer-page"/>
          <p:cNvSpPr>
            <a:spLocks noGrp="1"/>
          </p:cNvSpPr>
          <p:nvPr>
            <p:ph type="sldNum" idx="91"/>
          </p:nvPr>
        </p:nvSpPr>
        <p:spPr>
          <a:xfrm>
            <a:off x="10839450" y="6305550"/>
            <a:ext cx="590550" cy="228600"/>
          </a:xfrm>
          <a:prstGeom prst="rect">
            <a:avLst/>
          </a:prstGeom>
          <a:noFill/>
          <a:ln w="0">
            <a:noFill/>
          </a:ln>
        </p:spPr>
        <p:txBody>
          <a:bodyPr wrap="none" lIns="0" tIns="0" rIns="0" bIns="0" anchor="t">
            <a:noAutofit/>
          </a:bodyPr>
          <a:lstStyle>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03E3B4CD-9A07-4E99-9DCC-D3A5FB396284}" type="slidenum">
              <a:rPr sz="1100" b="0">
                <a:solidFill>
                  <a:srgbClr val="52677A"/>
                </a:solidFill>
                <a:latin typeface="Arial"/>
                <a:ea typeface="Arial"/>
                <a:cs typeface="Arial"/>
              </a:rPr>
              <a:t>1</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Limitations</a:t>
            </a:r>
          </a:p>
        </p:txBody>
      </p:sp>
      <p:sp>
        <p:nvSpPr>
          <p:cNvPr id="3" name="Text Placeholder 2"/>
          <p:cNvSpPr>
            <a:spLocks noGrp="1"/>
          </p:cNvSpPr>
          <p:nvPr>
            <p:ph type="body" idx="1"/>
          </p:nvPr>
        </p:nvSpPr>
        <p:spPr/>
        <p:txBody>
          <a:bodyPr/>
          <a:lstStyle/>
          <a:p>
            <a:r>
              <a:rPr/>
              <a:t>Scope of the evidence</a:t>
            </a:r>
          </a:p>
        </p:txBody>
      </p:sp>
      <p:sp>
        <p:nvSpPr>
          <p:cNvPr id="4" name="Text Placeholder 3"/>
          <p:cNvSpPr>
            <a:spLocks noGrp="1"/>
          </p:cNvSpPr>
          <p:nvPr>
            <p:ph type="body" idx="2"/>
          </p:nvPr>
        </p:nvSpPr>
        <p:spPr>
          <a:xfrm>
            <a:off x="762000" y="2743200"/>
            <a:ext cx="5105400" cy="2377440"/>
          </a:xfrm>
        </p:spPr>
        <p:txBody>
          <a:bodyPr/>
          <a:lstStyle/>
          <a:p>
            <a:pPr>
              <a:spcAft>
                <a:spcPts val="600"/>
              </a:spcAft>
            </a:pPr>
            <a:r>
              <a:rPr/>
              <a:t>Five runs per guideline</a:t>
            </a:r>
          </a:p>
          <a:p>
            <a:pPr>
              <a:spcAft>
                <a:spcPts val="600"/>
              </a:spcAft>
            </a:pPr>
            <a:r>
              <a:rPr/>
              <a:t>One document per case</a:t>
            </a:r>
          </a:p>
          <a:p>
            <a:pPr>
              <a:spcAft>
                <a:spcPts val="600"/>
              </a:spcAft>
            </a:pPr>
            <a:r>
              <a:rPr/>
              <a:t>Single model: GPT-5.4, high effort</a:t>
            </a:r>
          </a:p>
          <a:p>
            <a:pPr>
              <a:spcAft>
                <a:spcPts val="600"/>
              </a:spcAft>
            </a:pPr>
            <a:r>
              <a:rPr/>
              <a:t>Earlier runs: parameters not saved</a:t>
            </a:r>
          </a:p>
        </p:txBody>
      </p:sp>
      <p:sp>
        <p:nvSpPr>
          <p:cNvPr id="5" name="Text Placeholder 4"/>
          <p:cNvSpPr>
            <a:spLocks noGrp="1"/>
          </p:cNvSpPr>
          <p:nvPr>
            <p:ph type="body" idx="3"/>
          </p:nvPr>
        </p:nvSpPr>
        <p:spPr/>
        <p:txBody>
          <a:bodyPr/>
          <a:lstStyle/>
          <a:p>
            <a:r>
              <a:rPr/>
              <a:t>Not yet tested</a:t>
            </a:r>
          </a:p>
        </p:txBody>
      </p:sp>
      <p:sp>
        <p:nvSpPr>
          <p:cNvPr id="6" name="Text Placeholder 5"/>
          <p:cNvSpPr>
            <a:spLocks noGrp="1"/>
          </p:cNvSpPr>
          <p:nvPr>
            <p:ph type="body" idx="4"/>
          </p:nvPr>
        </p:nvSpPr>
        <p:spPr>
          <a:xfrm>
            <a:off x="6324600" y="2743200"/>
            <a:ext cx="5105400" cy="2377440"/>
          </a:xfrm>
        </p:spPr>
        <p:txBody>
          <a:bodyPr/>
          <a:lstStyle/>
          <a:p>
            <a:pPr>
              <a:spcAft>
                <a:spcPts val="600"/>
              </a:spcAft>
            </a:pPr>
            <a:r>
              <a:rPr/>
              <a:t>Vasculitis under the R4 guideline</a:t>
            </a:r>
          </a:p>
          <a:p>
            <a:pPr>
              <a:spcAft>
                <a:spcPts val="600"/>
              </a:spcAft>
            </a:pPr>
            <a:r>
              <a:rPr/>
              <a:t>Secondary effects of other rounds</a:t>
            </a:r>
          </a:p>
          <a:p>
            <a:pPr>
              <a:spcAft>
                <a:spcPts val="600"/>
              </a:spcAft>
            </a:pPr>
            <a:r>
              <a:rPr/>
              <a:t>Acceptance rule with reruns</a:t>
            </a:r>
          </a:p>
        </p:txBody>
      </p:sp>
      <p:sp>
        <p:nvSpPr>
          <p:cNvPr id="8" name="footer-affiliation"/>
          <p:cNvSpPr>
            <a:spLocks noGrp="1"/>
          </p:cNvSpPr>
          <p:nvPr>
            <p:ph type="ftr" idx="90"/>
          </p:nvPr>
        </p:nvSpPr>
        <p:spPr>
          <a:xfrm>
            <a:off x="762000" y="6305550"/>
            <a:ext cx="7620000" cy="228600"/>
          </a:xfrm>
          <a:prstGeom prst="rect">
            <a:avLst/>
          </a:prstGeom>
          <a:noFill/>
          <a:ln w="0">
            <a:noFill/>
          </a:ln>
        </p:spPr>
        <p:txBody>
          <a:bodyPr wrap="none" lIns="0" tIns="0" rIns="0" bIns="0" anchor="t">
            <a:noAutofit/>
          </a:bodyPr>
          <a:lstStyle>
            <a:defPPr algn="l" marL="0" indent="0">
              <a:buNone/>
              <a:defRPr sz="1100" b="0">
                <a:solidFill>
                  <a:srgbClr val="52677A"/>
                </a:solidFill>
                <a:latin typeface="+mn-lt"/>
                <a:ea typeface="+mn-ea"/>
                <a:cs typeface="+mn-cs"/>
              </a:defRPr>
            </a:defPPr>
            <a:lvl1pPr algn="l" marL="0" indent="0">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p>
        </p:txBody>
      </p:sp>
      <p:sp>
        <p:nvSpPr>
          <p:cNvPr id="9" name="footer-page"/>
          <p:cNvSpPr>
            <a:spLocks noGrp="1"/>
          </p:cNvSpPr>
          <p:nvPr>
            <p:ph type="sldNum" idx="91"/>
          </p:nvPr>
        </p:nvSpPr>
        <p:spPr>
          <a:xfrm>
            <a:off x="10839450" y="6305550"/>
            <a:ext cx="590550" cy="228600"/>
          </a:xfrm>
          <a:prstGeom prst="rect">
            <a:avLst/>
          </a:prstGeom>
          <a:noFill/>
          <a:ln w="0">
            <a:noFill/>
          </a:ln>
        </p:spPr>
        <p:txBody>
          <a:bodyPr wrap="none" lIns="0" tIns="0" rIns="0" bIns="0" anchor="t">
            <a:noAutofit/>
          </a:bodyPr>
          <a:lstStyle>
            <a:defPPr algn="r" marL="0" indent="0">
              <a:buNone/>
              <a:defRPr sz="1100" b="0">
                <a:solidFill>
                  <a:srgbClr val="52677A"/>
                </a:solidFill>
                <a:latin typeface="+mn-lt"/>
                <a:ea typeface="+mn-ea"/>
                <a:cs typeface="+mn-cs"/>
              </a:defRPr>
            </a:defPPr>
            <a:lvl1pPr algn="r" marL="0" indent="0">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90C4B477-32D9-4020-98D1-9565EA72A6EA}" type="slidenum">
              <a:rPr sz="1100" b="0">
                <a:solidFill>
                  <a:srgbClr val="52677A"/>
                </a:solidFill>
                <a:latin typeface="Arial"/>
                <a:ea typeface="Arial"/>
                <a:cs typeface="Arial"/>
              </a:rPr>
              <a:t>1</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Questions</a:t>
            </a:r>
          </a:p>
        </p:txBody>
      </p:sp>
      <p:sp>
        <p:nvSpPr>
          <p:cNvPr id="3" name="Text Placeholder 2"/>
          <p:cNvSpPr>
            <a:spLocks noGrp="1"/>
          </p:cNvSpPr>
          <p:nvPr>
            <p:ph type="body" idx="1"/>
          </p:nvPr>
        </p:nvSpPr>
        <p:spPr/>
        <p:txBody>
          <a:bodyPr/>
          <a:lstStyle/>
          <a:p>
            <a:r>
              <a:rPr/>
              <a:t>Hengyu Zhou</a:t>
            </a:r>
          </a:p>
        </p:txBody>
      </p:sp>
      <p:sp>
        <p:nvSpPr>
          <p:cNvPr id="4" name="Text Placeholder 3"/>
          <p:cNvSpPr>
            <a:spLocks noGrp="1"/>
          </p:cNvSpPr>
          <p:nvPr>
            <p:ph type="body" idx="2"/>
          </p:nvPr>
        </p:nvSpPr>
        <p:spPr/>
        <p:txBody>
          <a:bodyPr/>
          <a:lstStyle/>
          <a:p>
            <a:r>
              <a:rPr/>
              <a:t>The University of Tokyo</a:t>
            </a:r>
          </a:p>
        </p:txBody>
      </p:sp>
    </p:spTree>
  </p:cSld>
  <p:clrMapOvr>
    <a:masterClrMapping/>
  </p:clrMapOvr>
</p:sld>
</file>

<file path=ppt/theme/theme1.xml><?xml version="1.0" encoding="utf-8"?>
<a:theme xmlns:a="http://schemas.openxmlformats.org/drawingml/2006/main" name="ChatGPT">
  <a:themeElements>
    <a:clrScheme name="Academic Serif B">
      <a:dk1>
        <a:srgbClr val="182C3F"/>
      </a:dk1>
      <a:lt1>
        <a:srgbClr val="FFFFFF"/>
      </a:lt1>
      <a:dk2>
        <a:srgbClr val="142D45"/>
      </a:dk2>
      <a:lt2>
        <a:srgbClr val="EAF1F8"/>
      </a:lt2>
      <a:accent1>
        <a:srgbClr val="7399C6"/>
      </a:accent1>
      <a:accent2>
        <a:srgbClr val="315D8A"/>
      </a:accent2>
      <a:accent3>
        <a:srgbClr val="B8C4D0"/>
      </a:accent3>
      <a:accent4>
        <a:srgbClr val="336E5B"/>
      </a:accent4>
      <a:accent5>
        <a:srgbClr val="9A4C4C"/>
      </a:accent5>
      <a:accent6>
        <a:srgbClr val="52677A"/>
      </a:accent6>
      <a:hlink>
        <a:srgbClr val="315D8A"/>
      </a:hlink>
      <a:folHlink>
        <a:srgbClr val="52677A"/>
      </a:folHlink>
    </a:clrScheme>
    <a:fontScheme name="Academic Serif">
      <a:majorFont>
        <a:latin typeface="Cambria"/>
        <a:ea typeface="Yu Mincho"/>
        <a:cs typeface="Arial"/>
        <a:font script="Jpan" typeface="Yu Mincho"/>
        <a:font script="Hans" typeface="Microsoft YaHei"/>
        <a:font script="Hant" typeface="Microsoft YaHei"/>
      </a:majorFont>
      <a:minorFont>
        <a:latin typeface="Arial"/>
        <a:ea typeface="Meiryo"/>
        <a:cs typeface="Arial"/>
        <a:font script="Jpan" typeface="Meiryo"/>
        <a:font script="Hans" typeface="Microsoft YaHei"/>
        <a:font script="Hant" typeface="Microsoft YaHei"/>
      </a:minorFont>
    </a:fontScheme>
    <a:fmtScheme name="Academic Serif B">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2026-10-15T11:45:38.3000000Z</dcterms:created>
  <dcterms:modified xsi:type="dcterms:W3CDTF">2026-10-15T11:45:38.3000000Z</dcterms:modified>
</coreProperties>
</file>