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xlsx" ContentType="application/vnd.openxmlformats-officedocument.spreadsheetml.sheet"/>
  <Override PartName="/ppt/slideLayouts/slideLayout10.xml" ContentType="application/vnd.openxmlformats-officedocument.presentationml.slideLayout+xml"/>
  <Override PartName="/ppt/presentation.xml" ContentType="application/vnd.openxmlformats-officedocument.presentationml.presentation.main+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charts/chart1.xml" ContentType="application/vnd.openxmlformats-officedocument.drawingml.chart+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18.xml" ContentType="application/vnd.openxmlformats-officedocument.presentationml.slideLayou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5"/>
  </p:notesMasterIdLst>
  <p:handoutMasterIdLst>
    <p:handoutMasterId r:id="rId26"/>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6553657" d="3735649"/>
          <a:sy n="3670065" d="6619189"/>
        </p:scale>
        <p:origin x="4390960" y="602936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theme" Target="theme/theme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 /><Relationship Id="rId28" Type="http://schemas.openxmlformats.org/officeDocument/2006/relationships/tableStyles" Target="tableStyles.xml" /><Relationship Id="rId29"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0"/>
  <mc:AlternateContent>
    <mc:Choice Requires="c14">
      <c14:style val="102"/>
    </mc:Choice>
    <mc:Fallback>
      <c:style val="2"/>
    </mc:Fallback>
  </mc:AlternateContent>
  <c:chart>
    <c:autoTitleDeleted val="0"/>
    <c:plotArea>
      <c:layout/>
      <c:barChart>
        <c:barDir val="col"/>
        <c:grouping val="clustered"/>
        <c:varyColors val="0"/>
        <c:ser>
          <c:idx val="0"/>
          <c:order val="0"/>
          <c:tx>
            <c:strRef>
              <c:f>Sheet1!$B$1</c:f>
              <c:strCache>
                <c:ptCount val="1"/>
                <c:pt idx="0">
                  <c:v>Labeled as disease</c:v>
                </c:pt>
              </c:strCache>
            </c:strRef>
          </c:tx>
          <c:spPr bwMode="auto">
            <a:prstGeom prst="rect">
              <a:avLst/>
            </a:prstGeom>
            <a:solidFill>
              <a:srgbClr val="B8C4D0"/>
            </a:solidFill>
            <a:ln w="9525">
              <a:solidFill>
                <a:srgbClr val="52677A"/>
              </a:solidFill>
            </a:ln>
          </c:spPr>
          <c:cat>
            <c:strRef>
              <c:f>Sheet1!$A$2:$A$5</c:f>
              <c:strCache>
                <c:ptCount val="4"/>
                <c:pt idx="0">
                  <c:v>R3 guideline</c:v>
                </c:pt>
                <c:pt idx="1">
                  <c:v>Principle only</c:v>
                </c:pt>
                <c:pt idx="2">
                  <c:v>No exception rule</c:v>
                </c:pt>
                <c:pt idx="3">
                  <c:v>R4 guideline</c:v>
                </c:pt>
              </c:strCache>
            </c:strRef>
          </c:cat>
          <c:val>
            <c:numRef>
              <c:f>Sheet1!$B$2:$B$5</c:f>
              <c:numCache>
                <c:formatCode>General</c:formatCode>
                <c:ptCount val="4"/>
                <c:pt idx="0">
                  <c:v>0</c:v>
                </c:pt>
                <c:pt idx="1">
                  <c:v>3</c:v>
                </c:pt>
                <c:pt idx="2">
                  <c:v>3</c:v>
                </c:pt>
                <c:pt idx="3">
                  <c:v>0</c:v>
                </c:pt>
              </c:numCache>
            </c:numRef>
          </c:val>
        </c:ser>
        <c:ser>
          <c:idx val="1"/>
          <c:order val="1"/>
          <c:tx>
            <c:strRef>
              <c:f>Sheet1!$C$1</c:f>
              <c:strCache>
                <c:ptCount val="1"/>
                <c:pt idx="0">
                  <c:v>Exact gold match</c:v>
                </c:pt>
              </c:strCache>
            </c:strRef>
          </c:tx>
          <c:spPr bwMode="auto">
            <a:prstGeom prst="rect">
              <a:avLst/>
            </a:prstGeom>
            <a:solidFill>
              <a:srgbClr val="7399C6"/>
            </a:solidFill>
            <a:ln w="9525">
              <a:solidFill>
                <a:srgbClr val="315D8A"/>
              </a:solidFill>
            </a:ln>
          </c:spPr>
          <c:cat>
            <c:strRef>
              <c:f>Sheet1!$A$2:$A$5</c:f>
              <c:strCache>
                <c:ptCount val="4"/>
                <c:pt idx="0">
                  <c:v>R3 guideline</c:v>
                </c:pt>
                <c:pt idx="1">
                  <c:v>Principle only</c:v>
                </c:pt>
                <c:pt idx="2">
                  <c:v>No exception rule</c:v>
                </c:pt>
                <c:pt idx="3">
                  <c:v>R4 guideline</c:v>
                </c:pt>
              </c:strCache>
            </c:strRef>
          </c:cat>
          <c:val>
            <c:numRef>
              <c:f>Sheet1!$C$2:$C$5</c:f>
              <c:numCache>
                <c:formatCode>General</c:formatCode>
                <c:ptCount val="4"/>
                <c:pt idx="0">
                  <c:v>0</c:v>
                </c:pt>
                <c:pt idx="1">
                  <c:v>0</c:v>
                </c:pt>
                <c:pt idx="2">
                  <c:v>0</c:v>
                </c:pt>
                <c:pt idx="3">
                  <c:v>0</c:v>
                </c:pt>
              </c:numCache>
            </c:numRef>
          </c:val>
        </c:ser>
        <c:dLbls>
          <c:dLblPos val="outEnd"/>
          <c:numFmt formatCode="0" sourceLinked="0"/>
          <c:showBubbleSize val="0"/>
          <c:showCatName val="0"/>
          <c:showLeaderLines val="1"/>
          <c:showLegendKey val="0"/>
          <c:showPercent val="0"/>
          <c:showSerName val="0"/>
          <c:showVal val="1"/>
          <c:txPr>
            <a:bodyPr/>
            <a:lstStyle/>
            <a:p>
              <a:pPr>
                <a:defRPr sz="1800">
                  <a:solidFill>
                    <a:srgbClr val="182C3F"/>
                  </a:solidFill>
                </a:defRPr>
              </a:pPr>
              <a:endParaRPr/>
            </a:p>
          </c:txPr>
        </c:dLbls>
        <c:gapWidth val="120"/>
        <c:axId val="-2068027336"/>
        <c:axId val="-2113994440"/>
      </c:barChart>
      <c:catAx>
        <c:axId val="-2068027336"/>
        <c:scaling>
          <c:orientation val="minMax"/>
        </c:scaling>
        <c:delete val="0"/>
        <c:axPos val="b"/>
        <c:majorTickMark val="none"/>
        <c:minorTickMark val="none"/>
        <c:tickLblPos val="nextTo"/>
        <c:spPr bwMode="auto">
          <a:prstGeom prst="rect">
            <a:avLst/>
          </a:prstGeom>
          <a:ln>
            <a:noFill/>
          </a:ln>
        </c:spPr>
        <c:txPr>
          <a:bodyPr/>
          <a:lstStyle/>
          <a:p>
            <a:pPr>
              <a:defRPr sz="1800">
                <a:solidFill>
                  <a:srgbClr val="182C3F"/>
                </a:solidFill>
              </a:defRPr>
            </a:pPr>
            <a:endParaRPr/>
          </a:p>
        </c:txPr>
        <c:crossAx val="-2113994440"/>
        <c:crosses val="autoZero"/>
        <c:auto val="1"/>
        <c:lblAlgn val="ctr"/>
        <c:lblOffset val="100"/>
        <c:noMultiLvlLbl val="0"/>
      </c:catAx>
      <c:valAx>
        <c:axId val="-2113994440"/>
        <c:scaling>
          <c:max val="4.000000"/>
          <c:min val="0.000000"/>
        </c:scaling>
        <c:delete val="1"/>
        <c:axPos val="l"/>
        <c:majorTickMark val="none"/>
        <c:minorTickMark val="none"/>
        <c:tickLblPos val="none"/>
        <c:spPr bwMode="auto">
          <a:prstGeom prst="rect">
            <a:avLst/>
          </a:prstGeom>
          <a:ln>
            <a:noFill/>
          </a:ln>
        </c:spPr>
        <c:crossAx val="-2068027336"/>
        <c:crosses val="autoZero"/>
        <c:crossBetween val="between"/>
        <c:majorUnit val="1.000000"/>
      </c:valAx>
    </c:plotArea>
    <c:legend>
      <c:legendPos val="b"/>
      <c:layout/>
      <c:overlay val="0"/>
      <c:txPr>
        <a:bodyPr/>
        <a:lstStyle/>
        <a:p>
          <a:pPr>
            <a:defRPr sz="1800">
              <a:solidFill>
                <a:srgbClr val="182C3F"/>
              </a:solidFill>
            </a:defRPr>
          </a:pPr>
          <a:endParaRPr/>
        </a:p>
      </c:txPr>
    </c:legend>
    <c:dispBlanksAs val="gap"/>
    <c:showDLblsOverMax val="0"/>
  </c:chart>
  <c:spPr bwMode="auto">
    <a:xfrm rot="0">
      <a:off x="762000" y="2305050"/>
      <a:ext cx="7334250" cy="3390900"/>
    </a:xfrm>
  </c:spPr>
  <c:txPr>
    <a:bodyPr/>
    <a:lstStyle/>
    <a:p>
      <a:pPr>
        <a:defRPr sz="1800">
          <a:solidFill>
            <a:srgbClr val="182C3F"/>
          </a:solidFill>
          <a:latin typeface="Arial"/>
        </a:defRPr>
      </a:pPr>
      <a:endParaRPr lang="en-US"/>
    </a:p>
  </c:txPr>
  <c:externalData r:id="rId1"/>
</c:chartSpace>
</file>

<file path=ppt/embeddings/_rels/Microsoft_Excel_Worksheet1.xlsx.rels><?xml version="1.0" encoding="UTF-8" standalone="yes"?><Relationships xmlns="http://schemas.openxmlformats.org/package/2006/relationships"></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58441545" name="Header Placeholder 1"/>
          <p:cNvSpPr>
            <a:spLocks noGrp="1"/>
          </p:cNvSpPr>
          <p:nvPr>
            <p:ph type="hdr" sz="quarter"/>
          </p:nvPr>
        </p:nvSpPr>
        <p:spPr bwMode="auto">
          <a:xfrm>
            <a:off x="0" y="0"/>
            <a:ext cx="2971800" cy="458786"/>
          </a:xfrm>
          <a:prstGeom prst="rect">
            <a:avLst/>
          </a:prstGeom>
        </p:spPr>
        <p:txBody>
          <a:bodyPr vert="horz" lIns="91440" tIns="45720" rIns="91440" bIns="45720" anchor="t"/>
          <a:lstStyle>
            <a:lvl1pPr algn="l">
              <a:defRPr sz="1200"/>
            </a:lvl1pPr>
          </a:lstStyle>
          <a:p>
            <a:pPr>
              <a:defRPr/>
            </a:pPr>
            <a:endParaRPr/>
          </a:p>
        </p:txBody>
      </p:sp>
      <p:sp>
        <p:nvSpPr>
          <p:cNvPr id="1205472596" name="Date Placeholder 2"/>
          <p:cNvSpPr>
            <a:spLocks noGrp="1"/>
          </p:cNvSpPr>
          <p:nvPr>
            <p:ph type="dt" idx="3"/>
          </p:nvPr>
        </p:nvSpPr>
        <p:spPr bwMode="auto">
          <a:xfrm>
            <a:off x="3886200" y="0"/>
            <a:ext cx="2971800" cy="458786"/>
          </a:xfrm>
          <a:prstGeom prst="rect">
            <a:avLst/>
          </a:prstGeom>
        </p:spPr>
        <p:txBody>
          <a:bodyPr vert="horz" lIns="91440" tIns="45720" rIns="91440" bIns="45720" anchor="t"/>
          <a:lstStyle>
            <a:lvl1pPr algn="r">
              <a:defRPr sz="1200"/>
            </a:lvl1pPr>
          </a:lstStyle>
          <a:p>
            <a:pPr>
              <a:defRPr/>
            </a:pPr>
            <a:fld id="{89A56875-27A7-131A-D195-4139D806DAB2}" type="datetimeFigureOut">
              <a:rPr lang="en-US"/>
              <a:t/>
            </a:fld>
            <a:endParaRPr/>
          </a:p>
        </p:txBody>
      </p:sp>
      <p:sp>
        <p:nvSpPr>
          <p:cNvPr id="506492473" name="Footer Placeholder 3"/>
          <p:cNvSpPr>
            <a:spLocks noGrp="1"/>
          </p:cNvSpPr>
          <p:nvPr>
            <p:ph type="ftr" sz="quarter" idx="2"/>
          </p:nvPr>
        </p:nvSpPr>
        <p:spPr bwMode="auto">
          <a:xfrm>
            <a:off x="0" y="8685213"/>
            <a:ext cx="2971800" cy="458786"/>
          </a:xfrm>
          <a:prstGeom prst="rect">
            <a:avLst/>
          </a:prstGeom>
        </p:spPr>
        <p:txBody>
          <a:bodyPr vert="horz" lIns="91440" tIns="45720" rIns="91440" bIns="45720" anchor="b"/>
          <a:lstStyle>
            <a:lvl1pPr algn="l">
              <a:defRPr sz="1200"/>
            </a:lvl1pPr>
          </a:lstStyle>
          <a:p>
            <a:pPr>
              <a:defRPr/>
            </a:pPr>
            <a:endParaRPr/>
          </a:p>
        </p:txBody>
      </p:sp>
      <p:sp>
        <p:nvSpPr>
          <p:cNvPr id="927848167" name="Slide Number Placeholder 4"/>
          <p:cNvSpPr>
            <a:spLocks noGrp="1"/>
          </p:cNvSpPr>
          <p:nvPr>
            <p:ph type="sldNum" sz="quarter" idx="3"/>
          </p:nvPr>
        </p:nvSpPr>
        <p:spPr bwMode="auto">
          <a:xfrm>
            <a:off x="3886200" y="8685213"/>
            <a:ext cx="2971800" cy="458786"/>
          </a:xfrm>
          <a:prstGeom prst="rect">
            <a:avLst/>
          </a:prstGeom>
        </p:spPr>
        <p:txBody>
          <a:bodyPr vert="horz" lIns="91440" tIns="45720" rIns="91440" bIns="45720" anchor="b"/>
          <a:lstStyle>
            <a:lvl1pPr algn="r">
              <a:defRPr sz="1200"/>
            </a:lvl1pPr>
          </a:lstStyle>
          <a:p>
            <a:pPr>
              <a:defRPr/>
            </a:pPr>
            <a:fld id="{F86C8E32-E991-6C4B-6651-75E7A064921B}" type="slidenum">
              <a:rPr/>
              <a:t/>
            </a:fld>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89017466" name="Header Placeholder"/>
          <p:cNvSpPr/>
          <p:nvPr>
            <p:ph type="hdr" sz="quarter"/>
          </p:nvPr>
        </p:nvSpPr>
        <p:spPr bwMode="auto">
          <a:prstGeom prst="rect">
            <a:avLst/>
          </a:prstGeom>
        </p:spPr>
        <p:txBody>
          <a:bodyPr/>
          <a:lstStyle/>
          <a:p>
            <a:pPr>
              <a:defRPr/>
            </a:pPr>
            <a:endParaRPr/>
          </a:p>
        </p:txBody>
      </p:sp>
      <p:sp>
        <p:nvSpPr>
          <p:cNvPr id="56242207" name="Date Placeholder"/>
          <p:cNvSpPr/>
          <p:nvPr>
            <p:ph type="dt" sz="quarter" idx="1"/>
          </p:nvPr>
        </p:nvSpPr>
        <p:spPr bwMode="auto">
          <a:prstGeom prst="rect">
            <a:avLst/>
          </a:prstGeom>
        </p:spPr>
        <p:txBody>
          <a:bodyPr/>
          <a:lstStyle/>
          <a:p>
            <a:pPr>
              <a:defRPr/>
            </a:pPr>
            <a:endParaRPr/>
          </a:p>
        </p:txBody>
      </p:sp>
      <p:sp>
        <p:nvSpPr>
          <p:cNvPr id="54732236" name="Slide Image Placeholder"/>
          <p:cNvSpPr/>
          <p:nvPr>
            <p:ph type="sldImg" idx="2"/>
          </p:nvPr>
        </p:nvSpPr>
        <p:spPr bwMode="auto">
          <a:prstGeom prst="rect">
            <a:avLst/>
          </a:prstGeom>
        </p:spPr>
        <p:txBody>
          <a:bodyPr/>
          <a:lstStyle/>
          <a:p>
            <a:pPr>
              <a:defRPr/>
            </a:pPr>
            <a:endParaRPr/>
          </a:p>
        </p:txBody>
      </p:sp>
      <p:sp>
        <p:nvSpPr>
          <p:cNvPr id="1607358856" name="Notes Placeholder"/>
          <p:cNvSpPr/>
          <p:nvPr>
            <p:ph type="body" sz="quarter" idx="3"/>
          </p:nvPr>
        </p:nvSpPr>
        <p:spPr bwMode="auto">
          <a:prstGeom prst="rect">
            <a:avLst/>
          </a:prstGeom>
        </p:spPr>
        <p:txBody>
          <a:bodyPr/>
          <a:lstStyle/>
          <a:p>
            <a:pPr>
              <a:defRPr/>
            </a:pPr>
            <a:endParaRPr/>
          </a:p>
        </p:txBody>
      </p:sp>
      <p:sp>
        <p:nvSpPr>
          <p:cNvPr id="951797441" name="Footer Placeholder"/>
          <p:cNvSpPr/>
          <p:nvPr>
            <p:ph type="ftr" sz="quarter" idx="4"/>
          </p:nvPr>
        </p:nvSpPr>
        <p:spPr bwMode="auto">
          <a:prstGeom prst="rect">
            <a:avLst/>
          </a:prstGeom>
        </p:spPr>
        <p:txBody>
          <a:bodyPr/>
          <a:lstStyle/>
          <a:p>
            <a:pPr>
              <a:defRPr/>
            </a:pPr>
            <a:endParaRPr/>
          </a:p>
        </p:txBody>
      </p:sp>
      <p:sp>
        <p:nvSpPr>
          <p:cNvPr id="1960846336"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64794999" name="Slide Image Placeholder 1"/>
          <p:cNvSpPr>
            <a:spLocks noGrp="1"/>
          </p:cNvSpPr>
          <p:nvPr>
            <p:ph type="sldImg" idx="2"/>
          </p:nvPr>
        </p:nvSpPr>
        <p:spPr bwMode="auto"/>
      </p:sp>
      <p:sp>
        <p:nvSpPr>
          <p:cNvPr id="1704167505" name="Notes Placeholder 2"/>
          <p:cNvSpPr>
            <a:spLocks noGrp="1"/>
          </p:cNvSpPr>
          <p:nvPr>
            <p:ph type="body" sz="quarter" idx="3"/>
          </p:nvPr>
        </p:nvSpPr>
        <p:spPr bwMode="auto"/>
        <p:txBody>
          <a:bodyPr/>
          <a:lstStyle/>
          <a:p>
            <a:pPr>
              <a:defRPr/>
            </a:pPr>
            <a:r>
              <a:rPr/>
              <a:t>Topic: one case from Round 4 of the NCBI dev10 GPT-5.4 run (20260802). The Round 4 principle covers FALDH, yet FALDH stayed unannotated. This talk traces why, in three steps.</a:t>
            </a:r>
            <a:endParaRPr/>
          </a:p>
        </p:txBody>
      </p:sp>
      <p:sp>
        <p:nvSpPr>
          <p:cNvPr id="1324881792"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38748477" name="Slide Image Placeholder 1"/>
          <p:cNvSpPr>
            <a:spLocks noGrp="1"/>
          </p:cNvSpPr>
          <p:nvPr>
            <p:ph type="sldImg" idx="2"/>
          </p:nvPr>
        </p:nvSpPr>
        <p:spPr bwMode="auto"/>
      </p:sp>
      <p:sp>
        <p:nvSpPr>
          <p:cNvPr id="2064924457" name="Notes Placeholder 2"/>
          <p:cNvSpPr>
            <a:spLocks noGrp="1"/>
          </p:cNvSpPr>
          <p:nvPr>
            <p:ph type="body" sz="quarter" idx="3"/>
          </p:nvPr>
        </p:nvSpPr>
        <p:spPr bwMode="auto"/>
        <p:txBody>
          <a:bodyPr/>
          <a:lstStyle/>
          <a:p>
            <a:pPr>
              <a:defRPr/>
            </a:pPr>
            <a:r>
              <a:rPr/>
              <a:t>Figure 1 of the base paper (archive/references/backbone-research.pdf, page 3). Each iteration: LLM Annotation of the dev set with the current guidelines, Evaluation against gold annotation (strict F1), then Moderation if not satisfactory: Discrepancy Analysis groups the discrepancies and selects the most frequent group; Pattern Explanation, Principle Generation and Guideline Refinement (paper section 3.4) produce the next guideline. Code: infer_discrepancy_patterns, generate_moderation_principle, refine_guidelines. The principle is an IF-THEN rule with an explicit negative constraint, which we call the exception rule. R0 is the original guideline, Rn the guideline after n moderation rounds. Run used here: 20260802_gpt54-high_moderation, GPT-5.4 high effort, dev10, seed 42.</a:t>
            </a:r>
            <a:endParaRPr/>
          </a:p>
        </p:txBody>
      </p:sp>
      <p:sp>
        <p:nvSpPr>
          <p:cNvPr id="1833955568"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116861559" name="Slide Image Placeholder 1"/>
          <p:cNvSpPr>
            <a:spLocks noGrp="1"/>
          </p:cNvSpPr>
          <p:nvPr>
            <p:ph type="sldImg" idx="2"/>
          </p:nvPr>
        </p:nvSpPr>
        <p:spPr bwMode="auto"/>
      </p:sp>
      <p:sp>
        <p:nvSpPr>
          <p:cNvPr id="560920720" name="Notes Placeholder 2"/>
          <p:cNvSpPr>
            <a:spLocks noGrp="1"/>
          </p:cNvSpPr>
          <p:nvPr>
            <p:ph type="body" sz="quarter" idx="3"/>
          </p:nvPr>
        </p:nvSpPr>
        <p:spPr bwMode="auto"/>
        <p:txBody>
          <a:bodyPr/>
          <a:lstStyle/>
          <a:p>
            <a:pPr>
              <a:defRPr/>
            </a:pPr>
            <a:r>
              <a:rPr/>
              <a:t>Document PMID 10577908 (NCBI Disease train, in dev10). Gold: SpecificDisease, span [245,295), 'deficient activity of fatty aldehyde dehydrogenase'. Predictions R0 to R4: not annotated. Round 4 targeted three SpecificDisease misses: FALDH, 'deficiency in G6PD', and 'deficiency of hepatic phenylalanine hydroxylase' (PAH).</a:t>
            </a:r>
            <a:endParaRPr/>
          </a:p>
        </p:txBody>
      </p:sp>
      <p:sp>
        <p:nvSpPr>
          <p:cNvPr id="288929905"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2018983512" name="Slide Image Placeholder 1"/>
          <p:cNvSpPr>
            <a:spLocks noGrp="1"/>
          </p:cNvSpPr>
          <p:nvPr>
            <p:ph type="sldImg" idx="2"/>
          </p:nvPr>
        </p:nvSpPr>
        <p:spPr bwMode="auto"/>
      </p:sp>
      <p:sp>
        <p:nvSpPr>
          <p:cNvPr id="1389841029" name="Notes Placeholder 2"/>
          <p:cNvSpPr>
            <a:spLocks noGrp="1"/>
          </p:cNvSpPr>
          <p:nvPr>
            <p:ph type="body" sz="quarter" idx="3"/>
          </p:nvPr>
        </p:nvSpPr>
        <p:spPr bwMode="auto"/>
        <p:txBody>
          <a:bodyPr/>
          <a:lstStyle/>
          <a:p>
            <a:pPr>
              <a:defRPr/>
            </a:pPr>
            <a:r>
              <a:rPr/>
              <a:t>Dev F1 rose from 0.8873 (after R3) to 0.9091 (after R4), but per entity Round 4 fixed none of the two long-standing targets; FALDH and G6PD stayed missed, PAH only undid an R3 regression. This deck covers FALDH only.</a:t>
            </a:r>
            <a:endParaRPr/>
          </a:p>
        </p:txBody>
      </p:sp>
      <p:sp>
        <p:nvSpPr>
          <p:cNvPr id="1966426018"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456042991" name="Slide Image Placeholder 1"/>
          <p:cNvSpPr>
            <a:spLocks noGrp="1"/>
          </p:cNvSpPr>
          <p:nvPr>
            <p:ph type="sldImg" idx="2"/>
          </p:nvPr>
        </p:nvSpPr>
        <p:spPr bwMode="auto"/>
      </p:sp>
      <p:sp>
        <p:nvSpPr>
          <p:cNvPr id="1279173338" name="Notes Placeholder 2"/>
          <p:cNvSpPr>
            <a:spLocks noGrp="1"/>
          </p:cNvSpPr>
          <p:nvPr>
            <p:ph type="body" sz="quarter" idx="3"/>
          </p:nvPr>
        </p:nvSpPr>
        <p:spPr bwMode="auto"/>
        <p:txBody>
          <a:bodyPr/>
          <a:lstStyle/>
          <a:p>
            <a:pPr>
              <a:defRPr/>
            </a:pPr>
            <a:r>
              <a:rPr/>
              <a:t>Left: the R4 principle as merged into guideline lines 12 to 14. Right: three lines in the same R4 guideline that name FALDH as not annotated; we call them the named exclusions. Line 54 (block 54-58): example 'Deficient activity of fatty aldehyde dehydrogenase' marked 'Do not annotate'. Line 167: 'This also excludes isolated molecular-function or laboratory-abnormality phrases such as deficient activity of fatty aldehyde dehydrogenase ...'. Line 263: 'the phrase is not annotated because here it refers to enzyme activity/biochemical abnormality'. Lines 54 and 263 descend from R3 lines 41 and 241; line 167 is new in R4.</a:t>
            </a:r>
            <a:endParaRPr/>
          </a:p>
        </p:txBody>
      </p:sp>
      <p:sp>
        <p:nvSpPr>
          <p:cNvPr id="680556118"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40193099" name="Slide Image Placeholder 1"/>
          <p:cNvSpPr>
            <a:spLocks noGrp="1"/>
          </p:cNvSpPr>
          <p:nvPr>
            <p:ph type="sldImg" idx="2"/>
          </p:nvPr>
        </p:nvSpPr>
        <p:spPr bwMode="auto"/>
      </p:sp>
      <p:sp>
        <p:nvSpPr>
          <p:cNvPr id="1376750914" name="Notes Placeholder 2"/>
          <p:cNvSpPr>
            <a:spLocks noGrp="1"/>
          </p:cNvSpPr>
          <p:nvPr>
            <p:ph type="body" sz="quarter" idx="3"/>
          </p:nvPr>
        </p:nvSpPr>
        <p:spPr bwMode="auto"/>
        <p:txBody>
          <a:bodyPr/>
          <a:lstStyle/>
          <a:p>
            <a:pPr>
              <a:defRPr/>
            </a:pPr>
            <a:r>
              <a:rPr/>
              <a:t>Step 1 reads the saved prompts and guideline diffs; no model calls. It locates where FALDH is lost and where the named exclusions come from, but cannot show that they cause the failure. Step 2 re-annotates the FALDH document with the principle alone (and without its exception rule). Step 3 re-annotates with the R4 guideline minus only the named exclusions. Same model, prompt template and output settings as the original run; gold is used only for scoring.</a:t>
            </a:r>
            <a:endParaRPr/>
          </a:p>
        </p:txBody>
      </p:sp>
      <p:sp>
        <p:nvSpPr>
          <p:cNvPr id="1759233200"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47884411" name="Slide Image Placeholder 1"/>
          <p:cNvSpPr>
            <a:spLocks noGrp="1"/>
          </p:cNvSpPr>
          <p:nvPr>
            <p:ph type="sldImg" idx="2"/>
          </p:nvPr>
        </p:nvSpPr>
        <p:spPr bwMode="auto"/>
      </p:sp>
      <p:sp>
        <p:nvSpPr>
          <p:cNvPr id="482890414" name="Notes Placeholder 2"/>
          <p:cNvSpPr>
            <a:spLocks noGrp="1"/>
          </p:cNvSpPr>
          <p:nvPr>
            <p:ph type="body" sz="quarter" idx="3"/>
          </p:nvPr>
        </p:nvSpPr>
        <p:spPr bwMode="auto"/>
        <p:txBody>
          <a:bodyPr/>
          <a:lstStyle/>
          <a:p>
            <a:pPr>
              <a:defRPr/>
            </a:pPr>
            <a:r>
              <a:rPr/>
              <a:t>Rule chain from the saved Round 4 prompts (rounds/iteration_04), stage names as in the base paper. Discrepancy Analysis puts FALDH in the target group 'Gold: SpecificDisease vs LLM: O (Missed)', 3 cases. Pattern Explanation sees FALDH as an error example with its gold label and suggests SpecificDisease in 'characterized by' contexts. Principle Generation writes a principle whose condition covers FALDH. Guideline Refinement keeps the two R3 exclusions and adds a third (line 167). LLM Annotation with the R4 guideline: FALDH still not annotated. The next slides show what Guideline Refinement receives and why it writes these lines.</a:t>
            </a:r>
            <a:endParaRPr/>
          </a:p>
        </p:txBody>
      </p:sp>
      <p:sp>
        <p:nvSpPr>
          <p:cNvPr id="954798422"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4341865" name="Slide Image Placeholder 1"/>
          <p:cNvSpPr>
            <a:spLocks noGrp="1"/>
          </p:cNvSpPr>
          <p:nvPr>
            <p:ph type="sldImg" idx="2"/>
          </p:nvPr>
        </p:nvSpPr>
        <p:spPr bwMode="auto"/>
      </p:sp>
      <p:sp>
        <p:nvSpPr>
          <p:cNvPr id="1923104874" name="Notes Placeholder 2"/>
          <p:cNvSpPr>
            <a:spLocks noGrp="1"/>
          </p:cNvSpPr>
          <p:nvPr>
            <p:ph type="body" sz="quarter" idx="3"/>
          </p:nvPr>
        </p:nvSpPr>
        <p:spPr bwMode="auto"/>
        <p:txBody>
          <a:bodyPr/>
          <a:lstStyle/>
          <a:p>
            <a:pPr>
              <a:defRPr/>
            </a:pPr>
            <a:r>
              <a:rPr/>
              <a:t>The saved R4 refine_guidelines prompt has, in order: GOAL, CURRENT GUIDELINES (the R3 guideline), NEW MODERATION PRINCIPLES (the R4 principle), 'CONSTRAINT: DO NOT BREAK THESE EXAMPLES' (the verified examples) and INSTRUCTIONS. It contains no discrepancy cases and no gold. The base paper (section 3.4.4) describes verified examples as in-prompt checks so that known-correct cases are not flipped; it also says this step gets the discrepancy context, which this implementation does not pass. Each verified example is FILE, the full TEXT of the document, and MATCHED ANNOTATIONS: at most 5 of its strict true positives. Gold entities the model missed are not marked anywhere.</a:t>
            </a:r>
            <a:endParaRPr/>
          </a:p>
        </p:txBody>
      </p:sp>
      <p:sp>
        <p:nvSpPr>
          <p:cNvPr id="119873939"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05929242" name="Slide Image Placeholder 1"/>
          <p:cNvSpPr>
            <a:spLocks noGrp="1"/>
          </p:cNvSpPr>
          <p:nvPr>
            <p:ph type="sldImg" idx="2"/>
          </p:nvPr>
        </p:nvSpPr>
        <p:spPr bwMode="auto"/>
      </p:sp>
      <p:sp>
        <p:nvSpPr>
          <p:cNvPr id="892756994" name="Notes Placeholder 2"/>
          <p:cNvSpPr>
            <a:spLocks noGrp="1"/>
          </p:cNvSpPr>
          <p:nvPr>
            <p:ph type="body" sz="quarter" idx="3"/>
          </p:nvPr>
        </p:nvSpPr>
        <p:spPr bwMode="auto"/>
        <p:txBody>
          <a:bodyPr/>
          <a:lstStyle/>
          <a:p>
            <a:pPr>
              <a:defRPr/>
            </a:pPr>
            <a:r>
              <a:rPr/>
              <a:t>Excerpt of the verified-example block for document 10577908 in the saved Round 4 Guideline Refinement prompt (rounds/iteration_04/refine_guidelines.txt), shortened only where marked with an ellipsis. TEXT is the whole abstract as plain text; the corpus tokenization (spaces around punctuation) is kept. MATCHED ANNOTATIONS lists at most 5 of the document's strict true positives; after R3 the document has 13 of 14 gold entities correct, so 8 correct ones (for example ichthyosis, spasticity) are not listed either. The missed gold entity FALDH is not marked anywhere. The red highlight is ours, for the audience; the prompt has no highlighting.</a:t>
            </a:r>
            <a:endParaRPr/>
          </a:p>
        </p:txBody>
      </p:sp>
      <p:sp>
        <p:nvSpPr>
          <p:cNvPr id="1433519798"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50319311" name="Slide Image Placeholder 1"/>
          <p:cNvSpPr>
            <a:spLocks noGrp="1"/>
          </p:cNvSpPr>
          <p:nvPr>
            <p:ph type="sldImg" idx="2"/>
          </p:nvPr>
        </p:nvSpPr>
        <p:spPr bwMode="auto"/>
      </p:sp>
      <p:sp>
        <p:nvSpPr>
          <p:cNvPr id="1985794329" name="Notes Placeholder 2"/>
          <p:cNvSpPr>
            <a:spLocks noGrp="1"/>
          </p:cNvSpPr>
          <p:nvPr>
            <p:ph type="body" sz="quarter" idx="3"/>
          </p:nvPr>
        </p:nvSpPr>
        <p:spPr bwMode="auto"/>
        <p:txBody>
          <a:bodyPr/>
          <a:lstStyle/>
          <a:p>
            <a:pPr>
              <a:defRPr/>
            </a:pPr>
            <a:r>
              <a:rPr/>
              <a:t>Selection (iterative.py, _build_true_positive_examples): walk the dev documents in order and take the first 5 that have at least one strict true positive; list at most 5 of its true positives. The dev10 sample is drawn with seed 42 and then sorted by file name (sampling.py), so the order is by PMID string, not by content or errors. The first five documents all have a true positive, so they are shown in every round. FALDH's document 10577908 is fourth; after R3 it has 13 of 14 gold entities correct, of which 5 are listed (SLS, mental retardation, autosomal recessive disorder, SLS, Sjogren-Larsson syndrome). The documents of G6PD (6th) and PAH (8th) are never shown, and the guideline never names them. norrin's document is second.</a:t>
            </a:r>
            <a:endParaRPr/>
          </a:p>
        </p:txBody>
      </p:sp>
      <p:sp>
        <p:nvSpPr>
          <p:cNvPr id="677873632"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49552775" name="Slide Image Placeholder 1"/>
          <p:cNvSpPr>
            <a:spLocks noGrp="1"/>
          </p:cNvSpPr>
          <p:nvPr>
            <p:ph type="sldImg" idx="2"/>
          </p:nvPr>
        </p:nvSpPr>
        <p:spPr bwMode="auto"/>
      </p:sp>
      <p:sp>
        <p:nvSpPr>
          <p:cNvPr id="849975665" name="Notes Placeholder 2"/>
          <p:cNvSpPr>
            <a:spLocks noGrp="1"/>
          </p:cNvSpPr>
          <p:nvPr>
            <p:ph type="body" sz="quarter" idx="3"/>
          </p:nvPr>
        </p:nvSpPr>
        <p:spPr bwMode="auto"/>
        <p:txBody>
          <a:bodyPr/>
          <a:lstStyle/>
          <a:p>
            <a:pPr>
              <a:defRPr/>
            </a:pPr>
            <a:r>
              <a:rPr/>
              <a:t>Inference from the saved prompts; the model's reasoning is not observed. (1) The new principle's condition matches FALDH, so following it would annotate FALDH. (2) The verified example shows FALDH's sentence under 'handled CORRECTLY' with FALDH unannotated and unmarked. (3) INSTRUCTIONS item 3: 'Ensure your changes strictly support the New Principles WITHOUT invalidating the CONSTRAINT examples. If a trade-off is required, prioritize specific sub-cases to avoid regression.' (4) The output files FALDH under the principle's exception rule. R3: the R3 principle excludes 'a molecular/substance entity or level'; R3 lines 41 and 241 say FALDH 'refers to enzyme activity'. R4: the R4 exception rule excludes 'an isolated biochemical finding, mechanistic description, or laboratory abnormality'; new line 167 lists FALDH as such a phrase. The R2 guideline does not mention FALDH.</a:t>
            </a:r>
            <a:endParaRPr/>
          </a:p>
        </p:txBody>
      </p:sp>
      <p:sp>
        <p:nvSpPr>
          <p:cNvPr id="429588035"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60960265" name="Slide Image Placeholder 1"/>
          <p:cNvSpPr>
            <a:spLocks noGrp="1"/>
          </p:cNvSpPr>
          <p:nvPr>
            <p:ph type="sldImg" idx="2"/>
          </p:nvPr>
        </p:nvSpPr>
        <p:spPr bwMode="auto"/>
      </p:sp>
      <p:sp>
        <p:nvSpPr>
          <p:cNvPr id="1677015174" name="Notes Placeholder 2"/>
          <p:cNvSpPr>
            <a:spLocks noGrp="1"/>
          </p:cNvSpPr>
          <p:nvPr>
            <p:ph type="body" sz="quarter" idx="3"/>
          </p:nvPr>
        </p:nvSpPr>
        <p:spPr bwMode="auto"/>
        <p:txBody>
          <a:bodyPr/>
          <a:lstStyle/>
          <a:p>
            <a:pPr>
              <a:defRPr/>
            </a:pPr>
            <a:r>
              <a:rPr/>
              <a:t>Same trace on two other runs (todo-temp/r4-rule-chain/20261014_r4_rule_chain_report.md, section 3). dev10 top-1 is the run in this talk; dev10 top-4 shows the same five documents; in dev30 FALDH's document is in the dev set but not among the five shown, and the guideline never names FALDH. Across 5 cases in 3 runs, being shown was necessary but not sufficient for a named exclusion (G6PD was shown in top-4 but not named). In dev30 FALDH is still missed without any named exclusion, so the original miss has another cause, consistent with R0 to R2. Observational, not a controlled test.</a:t>
            </a:r>
            <a:endParaRPr/>
          </a:p>
        </p:txBody>
      </p:sp>
      <p:sp>
        <p:nvSpPr>
          <p:cNvPr id="677573434"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337856049" name="Slide Image Placeholder 1"/>
          <p:cNvSpPr>
            <a:spLocks noGrp="1"/>
          </p:cNvSpPr>
          <p:nvPr>
            <p:ph type="sldImg" idx="2"/>
          </p:nvPr>
        </p:nvSpPr>
        <p:spPr bwMode="auto"/>
      </p:sp>
      <p:sp>
        <p:nvSpPr>
          <p:cNvPr id="644060222" name="Notes Placeholder 2"/>
          <p:cNvSpPr>
            <a:spLocks noGrp="1"/>
          </p:cNvSpPr>
          <p:nvPr>
            <p:ph type="body" sz="quarter" idx="3"/>
          </p:nvPr>
        </p:nvSpPr>
        <p:spPr bwMode="auto"/>
        <p:txBody>
          <a:bodyPr/>
          <a:lstStyle/>
          <a:p>
            <a:pPr>
              <a:defRPr/>
            </a:pPr>
            <a:r>
              <a:rPr/>
              <a:t>Step 1 shows that the conflict exists and where it comes from. It does not show that it causes the failure: FALDH was already missed in R0 to R2, before any exclusion. Three explanations, each with its own test. The first two predict opposite results when the principle is given alone (Step 2). The exception rule is the principle's trailing 'DO NOT apply ...' clause.</a:t>
            </a:r>
            <a:endParaRPr/>
          </a:p>
        </p:txBody>
      </p:sp>
      <p:sp>
        <p:nvSpPr>
          <p:cNvPr id="775459036"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643992797" name="Slide Image Placeholder 1"/>
          <p:cNvSpPr>
            <a:spLocks noGrp="1"/>
          </p:cNvSpPr>
          <p:nvPr>
            <p:ph type="sldImg" idx="2"/>
          </p:nvPr>
        </p:nvSpPr>
        <p:spPr bwMode="auto"/>
      </p:sp>
      <p:sp>
        <p:nvSpPr>
          <p:cNvPr id="778677523" name="Notes Placeholder 2"/>
          <p:cNvSpPr>
            <a:spLocks noGrp="1"/>
          </p:cNvSpPr>
          <p:nvPr>
            <p:ph type="body" sz="quarter" idx="3"/>
          </p:nvPr>
        </p:nvSpPr>
        <p:spPr bwMode="auto"/>
        <p:txBody>
          <a:bodyPr/>
          <a:lstStyle/>
          <a:p>
            <a:pPr>
              <a:defRPr/>
            </a:pPr>
            <a:r>
              <a:rPr/>
              <a:t>Isolation replay, 2026-10-14: 3 target documents x 4 guideline conditions x 3 repetitions = 36 calls, GPT-5.4 high, same prompt template and output configuration as the original run. 'Label definitions' are the four category definition sentences of the original guideline (lines 6-8, 20, 28). 'Without exception rule' removes only the principle's trailing 'DO NOT apply ...' clause. This slide reports the FALDH document only.</a:t>
            </a:r>
            <a:endParaRPr/>
          </a:p>
        </p:txBody>
      </p:sp>
      <p:sp>
        <p:nvSpPr>
          <p:cNvPr id="2116530534"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11559110" name="Slide Image Placeholder 1"/>
          <p:cNvSpPr>
            <a:spLocks noGrp="1"/>
          </p:cNvSpPr>
          <p:nvPr>
            <p:ph type="sldImg" idx="2"/>
          </p:nvPr>
        </p:nvSpPr>
        <p:spPr bwMode="auto"/>
      </p:sp>
      <p:sp>
        <p:nvSpPr>
          <p:cNvPr id="99656343" name="Notes Placeholder 2"/>
          <p:cNvSpPr>
            <a:spLocks noGrp="1"/>
          </p:cNvSpPr>
          <p:nvPr>
            <p:ph type="body" sz="quarter" idx="3"/>
          </p:nvPr>
        </p:nvSpPr>
        <p:spPr bwMode="auto"/>
        <p:txBody>
          <a:bodyPr/>
          <a:lstStyle/>
          <a:p>
            <a:pPr>
              <a:defRPr/>
            </a:pPr>
            <a:r>
              <a:rPr/>
              <a:t>Counts out of 3 runs per condition, document 10577908. 'Labeled as disease' counts any prediction overlapping the gold span with a disease label. Principle only: SpecificDisease [245,305) twice (span includes '( FALDH )'), CompositeMention [194,295) once; without the exception rule: the same pattern. The R4 guideline reproduces the saved R4 output (not annotated) in all three runs. Exact match requires the gold span and label; the principle-only conditions lack the full guideline's span rules, so their strict score is 0/3. Source: todo-temp/r4-isolation/scores.json.</a:t>
            </a:r>
            <a:endParaRPr/>
          </a:p>
        </p:txBody>
      </p:sp>
      <p:sp>
        <p:nvSpPr>
          <p:cNvPr id="1114272812" name="Slide Number Placeholder 3"/>
          <p:cNvSpPr>
            <a:spLocks noGrp="1"/>
          </p:cNvSpPr>
          <p:nvPr>
            <p:ph type="sldNum" sz="quarter" idx="5"/>
          </p:nvPr>
        </p:nvSpPr>
        <p:spPr bwMode="auto"/>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516421078" name="Slide Image Placeholder 1"/>
          <p:cNvSpPr>
            <a:spLocks noGrp="1"/>
          </p:cNvSpPr>
          <p:nvPr>
            <p:ph type="sldImg" idx="2"/>
          </p:nvPr>
        </p:nvSpPr>
        <p:spPr bwMode="auto"/>
      </p:sp>
      <p:sp>
        <p:nvSpPr>
          <p:cNvPr id="1314213028" name="Notes Placeholder 2"/>
          <p:cNvSpPr>
            <a:spLocks noGrp="1"/>
          </p:cNvSpPr>
          <p:nvPr>
            <p:ph type="body" sz="quarter" idx="3"/>
          </p:nvPr>
        </p:nvSpPr>
        <p:spPr bwMode="auto"/>
        <p:txBody>
          <a:bodyPr/>
          <a:lstStyle/>
          <a:p>
            <a:pPr>
              <a:defRPr/>
            </a:pPr>
            <a:r>
              <a:rPr/>
              <a:t>R4 guideline with only the three named exclusions deleted: lines 54-58 (the example block and its trailing blank line), 167 and 263; everything else verbatim, including the principle in lines 12-14. 3 calls, FALDH document only. The document has 14 gold entities. With the full R4 guideline the other 13 are all correct (13 TP, 0 FP, 1 FN: the one FN is FALDH, predicted as nothing, so no boundary error). Without the named exclusions FALDH is exact SpecificDisease [245,295) in 3 of 3 runs and the document is 14 TP, 0 FP, 0 FN in every run. Source: todo-temp/r4-isolation/scores.json, scores_c3minus.json.</a:t>
            </a:r>
            <a:endParaRPr/>
          </a:p>
        </p:txBody>
      </p:sp>
      <p:sp>
        <p:nvSpPr>
          <p:cNvPr id="190038926" name="Slide Number Placeholder 3"/>
          <p:cNvSpPr>
            <a:spLocks noGrp="1"/>
          </p:cNvSpPr>
          <p:nvPr>
            <p:ph type="sldNum" sz="quarter" idx="5"/>
          </p:nvPr>
        </p:nvSpPr>
        <p:spPr bwMode="auto"/>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915686936" name="Slide Image Placeholder 1"/>
          <p:cNvSpPr>
            <a:spLocks noGrp="1"/>
          </p:cNvSpPr>
          <p:nvPr>
            <p:ph type="sldImg" idx="2"/>
          </p:nvPr>
        </p:nvSpPr>
        <p:spPr bwMode="auto"/>
      </p:sp>
      <p:sp>
        <p:nvSpPr>
          <p:cNvPr id="880551568" name="Notes Placeholder 2"/>
          <p:cNvSpPr>
            <a:spLocks noGrp="1"/>
          </p:cNvSpPr>
          <p:nvPr>
            <p:ph type="body" sz="quarter" idx="3"/>
          </p:nvPr>
        </p:nvSpPr>
        <p:spPr bwMode="auto"/>
        <p:txBody>
          <a:bodyPr/>
          <a:lstStyle/>
          <a:p>
            <a:pPr>
              <a:defRPr/>
            </a:pPr>
            <a:r>
              <a:rPr/>
              <a:t>Named exclusions: supported; deleting only them restores FALDH exactly (3/3) without new errors in the document. Model judgment: rejected for Round 4; given the principle alone, the model labels FALDH as a disease in 3 of 3 runs. Exception rule: rejected; removing it changes nothing. Caveat: FALDH was already missed in R0 to R2, before any exclusion existed; that original miss is the model's own judgment. The exclusions explain why Round 4 could not fix it. This corrects the 10/07 statement that the exclusions were a symptom, not a cause.</a:t>
            </a:r>
            <a:endParaRPr/>
          </a:p>
        </p:txBody>
      </p:sp>
      <p:sp>
        <p:nvSpPr>
          <p:cNvPr id="1104424029" name="Slide Number Placeholder 3"/>
          <p:cNvSpPr>
            <a:spLocks noGrp="1"/>
          </p:cNvSpPr>
          <p:nvPr>
            <p:ph type="sldNum" sz="quarter" idx="5"/>
          </p:nvPr>
        </p:nvSpPr>
        <p:spPr bwMode="auto"/>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624215381" name="Slide Image Placeholder 1"/>
          <p:cNvSpPr>
            <a:spLocks noGrp="1"/>
          </p:cNvSpPr>
          <p:nvPr>
            <p:ph type="sldImg" idx="2"/>
          </p:nvPr>
        </p:nvSpPr>
        <p:spPr bwMode="auto"/>
      </p:sp>
      <p:sp>
        <p:nvSpPr>
          <p:cNvPr id="777325081" name="Notes Placeholder 2"/>
          <p:cNvSpPr>
            <a:spLocks noGrp="1"/>
          </p:cNvSpPr>
          <p:nvPr>
            <p:ph type="body" sz="quarter" idx="3"/>
          </p:nvPr>
        </p:nvSpPr>
        <p:spPr bwMode="auto"/>
        <p:txBody>
          <a:bodyPr/>
          <a:lstStyle/>
          <a:p>
            <a:pPr>
              <a:defRPr/>
            </a:pPr>
            <a:r>
              <a:rPr/>
              <a:t>Evidence chain: (1) Guideline Refinement sees no gold, only verified-example documents chosen by file name; (2) FALDH appears there unannotated and unmarked, and the step, told to avoid regression on those examples, wrote FALDH as a named exclusion (inferred from the prompt); (3) the named exclusions blocked a principle that works on its own; deleting them restores FALDH. Next step (endorsed at the 10/09 seminar): give Guideline Refinement the gold annotations of the target errors. A second idea from that seminar, checking the refined guideline against dev gold, is not covered in this deck. This result also revises the 10/07 statement that the exclusions were only a symptom.</a:t>
            </a:r>
            <a:endParaRPr/>
          </a:p>
        </p:txBody>
      </p:sp>
      <p:sp>
        <p:nvSpPr>
          <p:cNvPr id="1857329949" name="Slide Number Placeholder 3"/>
          <p:cNvSpPr>
            <a:spLocks noGrp="1"/>
          </p:cNvSpPr>
          <p:nvPr>
            <p:ph type="sldNum" sz="quarter" idx="5"/>
          </p:nvPr>
        </p:nvSpPr>
        <p:spPr bwMode="auto"/>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79390273" name="Slide Image Placeholder 1"/>
          <p:cNvSpPr>
            <a:spLocks noGrp="1"/>
          </p:cNvSpPr>
          <p:nvPr>
            <p:ph type="sldImg" idx="2"/>
          </p:nvPr>
        </p:nvSpPr>
        <p:spPr bwMode="auto"/>
      </p:sp>
      <p:sp>
        <p:nvSpPr>
          <p:cNvPr id="1252547252" name="Notes Placeholder 2"/>
          <p:cNvSpPr>
            <a:spLocks noGrp="1"/>
          </p:cNvSpPr>
          <p:nvPr>
            <p:ph type="body" sz="quarter" idx="3"/>
          </p:nvPr>
        </p:nvSpPr>
        <p:spPr bwMode="auto"/>
        <p:txBody>
          <a:bodyPr/>
          <a:lstStyle/>
          <a:p>
            <a:pPr>
              <a:defRPr/>
            </a:pPr>
            <a:r>
              <a:rPr/>
              <a:t>Scope: each condition has 3 runs, so rates are coarse; the isolation replay covers 3 dev documents from one dev10 run; one model and setting (GPT-5.4, high reasoning effort); the 'labeled as disease' reading was fixed after the first round of results. Not yet tested: deleting the norrin named exclusion; the refinement mechanism on slide 10, which is inferred from prompts; whether removing named exclusions changes validation F1.</a:t>
            </a:r>
            <a:endParaRPr/>
          </a:p>
        </p:txBody>
      </p:sp>
      <p:sp>
        <p:nvSpPr>
          <p:cNvPr id="97824092" name="Slide Number Placeholder 3"/>
          <p:cNvSpPr>
            <a:spLocks noGrp="1"/>
          </p:cNvSpPr>
          <p:nvPr>
            <p:ph type="sldNum" sz="quarter" idx="5"/>
          </p:nvPr>
        </p:nvSpPr>
        <p:spPr bwMode="auto"/>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941988444" name="Slide Image Placeholder"/>
          <p:cNvSpPr/>
          <p:nvPr>
            <p:ph type="sldImg" idx="2"/>
          </p:nvPr>
        </p:nvSpPr>
        <p:spPr bwMode="auto">
          <a:prstGeom prst="rect">
            <a:avLst/>
          </a:prstGeom>
        </p:spPr>
        <p:txBody>
          <a:bodyPr/>
          <a:lstStyle/>
          <a:p>
            <a:pPr>
              <a:defRPr/>
            </a:pPr>
            <a:endParaRPr/>
          </a:p>
        </p:txBody>
      </p:sp>
      <p:sp>
        <p:nvSpPr>
          <p:cNvPr id="351964017" name="Notes Placeholder"/>
          <p:cNvSpPr/>
          <p:nvPr>
            <p:ph type="body" sz="quarter" idx="3"/>
          </p:nvPr>
        </p:nvSpPr>
        <p:spPr bwMode="auto">
          <a:prstGeom prst="rect">
            <a:avLst/>
          </a:prstGeom>
        </p:spPr>
        <p:txBody>
          <a:bodyPr/>
          <a:lstStyle/>
          <a:p>
            <a:pPr>
              <a:defRPr/>
            </a:pPr>
            <a:endParaRPr/>
          </a:p>
        </p:txBody>
      </p:sp>
      <p:sp>
        <p:nvSpPr>
          <p:cNvPr id="56508861" name="Slide Number Placeholder"/>
          <p:cNvSpPr/>
          <p:nvPr>
            <p:ph type="sldNum" sz="quarter" idx="5"/>
          </p:nvPr>
        </p:nvSpPr>
        <p:spPr bwMode="auto">
          <a:prstGeom prst="rect">
            <a:avLst/>
          </a:prstGeom>
        </p:spPr>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1 Cover">
    <p:bg>
      <p:bgPr shadeToTitle="0">
        <a:solidFill>
          <a:srgbClr val="FFFFFF"/>
        </a:solidFill>
      </p:bgPr>
    </p:bg>
    <p:spTree>
      <p:nvGrpSpPr>
        <p:cNvPr id="1" name=""/>
        <p:cNvGrpSpPr/>
        <p:nvPr/>
      </p:nvGrpSpPr>
      <p:grpSpPr bwMode="auto">
        <a:xfrm>
          <a:off x="0" y="0"/>
          <a:ext cx="0" cy="0"/>
          <a:chOff x="0" y="0"/>
          <a:chExt cx="0" cy="0"/>
        </a:xfrm>
      </p:grpSpPr>
      <p:sp>
        <p:nvSpPr>
          <p:cNvPr id="938101540" name="slot:affiliation"/>
          <p:cNvSpPr>
            <a:spLocks noGrp="1"/>
          </p:cNvSpPr>
          <p:nvPr>
            <p:ph type="body" idx="0"/>
          </p:nvPr>
        </p:nvSpPr>
        <p:spPr bwMode="auto">
          <a:xfrm>
            <a:off x="762000" y="1219200"/>
            <a:ext cx="10668000" cy="438149"/>
          </a:xfrm>
          <a:prstGeom prst="rect">
            <a:avLst/>
          </a:prstGeom>
          <a:noFill/>
          <a:ln w="0">
            <a:noFill/>
          </a:ln>
        </p:spPr>
        <p:txBody>
          <a:bodyPr wrap="square" lIns="0" tIns="0" rIns="0" bIns="0" anchor="t">
            <a:noAutofit/>
          </a:bodyPr>
          <a:lstStyle>
            <a:defPPr algn="l">
              <a:buNone/>
              <a:defRPr sz="2100" b="0">
                <a:solidFill>
                  <a:srgbClr val="52677A"/>
                </a:solidFill>
                <a:latin typeface="+mn-lt"/>
                <a:ea typeface="+mn-ea"/>
                <a:cs typeface="+mn-cs"/>
              </a:defRPr>
            </a:defPPr>
            <a:lvl1pPr algn="l">
              <a:buNone/>
              <a:defRPr sz="21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affiliation</a:t>
            </a:r>
            <a:endParaRPr/>
          </a:p>
        </p:txBody>
      </p:sp>
      <p:sp>
        <p:nvSpPr>
          <p:cNvPr id="342773747" name="slot:title"/>
          <p:cNvSpPr>
            <a:spLocks noGrp="1"/>
          </p:cNvSpPr>
          <p:nvPr>
            <p:ph type="title" idx="1"/>
          </p:nvPr>
        </p:nvSpPr>
        <p:spPr bwMode="auto">
          <a:xfrm>
            <a:off x="762000" y="2419350"/>
            <a:ext cx="10668000" cy="1714500"/>
          </a:xfrm>
          <a:prstGeom prst="rect">
            <a:avLst/>
          </a:prstGeom>
          <a:noFill/>
          <a:ln w="0">
            <a:noFill/>
          </a:ln>
        </p:spPr>
        <p:txBody>
          <a:bodyPr wrap="square" lIns="0" tIns="0" rIns="0" bIns="0" anchor="t">
            <a:noAutofit/>
          </a:bodyPr>
          <a:lstStyle>
            <a:defPPr algn="l">
              <a:buNone/>
              <a:defRPr sz="5000" b="0">
                <a:solidFill>
                  <a:srgbClr val="142D45"/>
                </a:solidFill>
                <a:latin typeface="+mj-lt"/>
                <a:ea typeface="+mj-ea"/>
                <a:cs typeface="+mj-cs"/>
              </a:defRPr>
            </a:defPPr>
            <a:lvl1pPr algn="l">
              <a:buNone/>
              <a:defRPr sz="5000" b="0">
                <a:solidFill>
                  <a:srgbClr val="142D45"/>
                </a:solidFill>
                <a:latin typeface="+mj-lt"/>
                <a:ea typeface="+mj-ea"/>
                <a:cs typeface="+mj-cs"/>
              </a:defRPr>
            </a:lvl1pPr>
            <a:lvl2pPr algn="l">
              <a:buNone/>
              <a:defRPr sz="5000" b="0">
                <a:solidFill>
                  <a:srgbClr val="142D45"/>
                </a:solidFill>
                <a:latin typeface="+mj-lt"/>
                <a:ea typeface="+mj-ea"/>
                <a:cs typeface="+mj-cs"/>
              </a:defRPr>
            </a:lvl2pPr>
            <a:lvl3pPr algn="l">
              <a:buNone/>
              <a:defRPr sz="5000" b="0">
                <a:solidFill>
                  <a:srgbClr val="142D45"/>
                </a:solidFill>
                <a:latin typeface="+mj-lt"/>
                <a:ea typeface="+mj-ea"/>
                <a:cs typeface="+mj-cs"/>
              </a:defRPr>
            </a:lvl3pPr>
            <a:lvl4pPr algn="l">
              <a:buNone/>
              <a:defRPr sz="5000" b="0">
                <a:solidFill>
                  <a:srgbClr val="142D45"/>
                </a:solidFill>
                <a:latin typeface="+mj-lt"/>
                <a:ea typeface="+mj-ea"/>
                <a:cs typeface="+mj-cs"/>
              </a:defRPr>
            </a:lvl4pPr>
            <a:lvl5pPr algn="l">
              <a:buNone/>
              <a:defRPr sz="5000" b="0">
                <a:solidFill>
                  <a:srgbClr val="142D45"/>
                </a:solidFill>
                <a:latin typeface="+mj-lt"/>
                <a:ea typeface="+mj-ea"/>
                <a:cs typeface="+mj-cs"/>
              </a:defRPr>
            </a:lvl5pPr>
            <a:lvl6pPr algn="l">
              <a:buNone/>
              <a:defRPr sz="5000" b="0">
                <a:solidFill>
                  <a:srgbClr val="142D45"/>
                </a:solidFill>
                <a:latin typeface="+mj-lt"/>
                <a:ea typeface="+mj-ea"/>
                <a:cs typeface="+mj-cs"/>
              </a:defRPr>
            </a:lvl6pPr>
            <a:lvl7pPr algn="l">
              <a:buNone/>
              <a:defRPr sz="5000" b="0">
                <a:solidFill>
                  <a:srgbClr val="142D45"/>
                </a:solidFill>
                <a:latin typeface="+mj-lt"/>
                <a:ea typeface="+mj-ea"/>
                <a:cs typeface="+mj-cs"/>
              </a:defRPr>
            </a:lvl7pPr>
            <a:lvl8pPr algn="l">
              <a:buNone/>
              <a:defRPr sz="5000" b="0">
                <a:solidFill>
                  <a:srgbClr val="142D45"/>
                </a:solidFill>
                <a:latin typeface="+mj-lt"/>
                <a:ea typeface="+mj-ea"/>
                <a:cs typeface="+mj-cs"/>
              </a:defRPr>
            </a:lvl8pPr>
            <a:lvl9pPr algn="l">
              <a:buNone/>
              <a:defRPr sz="5000" b="0">
                <a:solidFill>
                  <a:srgbClr val="142D45"/>
                </a:solidFill>
                <a:latin typeface="+mj-lt"/>
                <a:ea typeface="+mj-ea"/>
                <a:cs typeface="+mj-cs"/>
              </a:defRPr>
            </a:lvl9pPr>
          </a:lstStyle>
          <a:p>
            <a:pPr lvl="0">
              <a:defRPr/>
            </a:pPr>
            <a:r>
              <a:rPr/>
              <a:t>Click to edit title</a:t>
            </a:r>
            <a:endParaRPr/>
          </a:p>
        </p:txBody>
      </p:sp>
      <p:sp>
        <p:nvSpPr>
          <p:cNvPr id="653488257" name="slot:presenter"/>
          <p:cNvSpPr>
            <a:spLocks noGrp="1"/>
          </p:cNvSpPr>
          <p:nvPr>
            <p:ph type="body" idx="2"/>
          </p:nvPr>
        </p:nvSpPr>
        <p:spPr bwMode="auto">
          <a:xfrm>
            <a:off x="762000" y="5010149"/>
            <a:ext cx="10668000" cy="457200"/>
          </a:xfrm>
          <a:prstGeom prst="rect">
            <a:avLst/>
          </a:prstGeom>
          <a:noFill/>
          <a:ln w="0">
            <a:noFill/>
          </a:ln>
        </p:spPr>
        <p:txBody>
          <a:bodyPr wrap="square" lIns="0" tIns="0" r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presenter</a:t>
            </a:r>
            <a:endParaRPr/>
          </a:p>
        </p:txBody>
      </p:sp>
      <p:sp>
        <p:nvSpPr>
          <p:cNvPr id="868849798" name="slot:subtitle"/>
          <p:cNvSpPr>
            <a:spLocks noGrp="1"/>
          </p:cNvSpPr>
          <p:nvPr>
            <p:ph type="subTitle" idx="3"/>
          </p:nvPr>
        </p:nvSpPr>
        <p:spPr bwMode="auto">
          <a:xfrm>
            <a:off x="762000" y="5810250"/>
            <a:ext cx="10668000" cy="34290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1800" b="0">
                <a:solidFill>
                  <a:srgbClr val="52677A"/>
                </a:solidFill>
                <a:latin typeface="+mn-lt"/>
                <a:ea typeface="+mn-ea"/>
                <a:cs typeface="+mn-cs"/>
              </a:defRPr>
            </a:lvl1pPr>
            <a:lvl2pPr algn="l">
              <a:buNone/>
              <a:defRPr sz="1800" b="0">
                <a:solidFill>
                  <a:srgbClr val="52677A"/>
                </a:solidFill>
                <a:latin typeface="+mn-lt"/>
                <a:ea typeface="+mn-ea"/>
                <a:cs typeface="+mn-cs"/>
              </a:defRPr>
            </a:lvl2pPr>
            <a:lvl3pPr algn="l">
              <a:buNone/>
              <a:defRPr sz="1800" b="0">
                <a:solidFill>
                  <a:srgbClr val="52677A"/>
                </a:solidFill>
                <a:latin typeface="+mn-lt"/>
                <a:ea typeface="+mn-ea"/>
                <a:cs typeface="+mn-cs"/>
              </a:defRPr>
            </a:lvl3pPr>
            <a:lvl4pPr algn="l">
              <a:buNone/>
              <a:defRPr sz="1800" b="0">
                <a:solidFill>
                  <a:srgbClr val="52677A"/>
                </a:solidFill>
                <a:latin typeface="+mn-lt"/>
                <a:ea typeface="+mn-ea"/>
                <a:cs typeface="+mn-cs"/>
              </a:defRPr>
            </a:lvl4pPr>
            <a:lvl5pPr algn="l">
              <a:buNone/>
              <a:defRPr sz="1800" b="0">
                <a:solidFill>
                  <a:srgbClr val="52677A"/>
                </a:solidFill>
                <a:latin typeface="+mn-lt"/>
                <a:ea typeface="+mn-ea"/>
                <a:cs typeface="+mn-cs"/>
              </a:defRPr>
            </a:lvl5pPr>
            <a:lvl6pPr algn="l">
              <a:buNone/>
              <a:defRPr sz="1800" b="0">
                <a:solidFill>
                  <a:srgbClr val="52677A"/>
                </a:solidFill>
                <a:latin typeface="+mn-lt"/>
                <a:ea typeface="+mn-ea"/>
                <a:cs typeface="+mn-cs"/>
              </a:defRPr>
            </a:lvl6pPr>
            <a:lvl7pPr algn="l">
              <a:buNone/>
              <a:defRPr sz="1800" b="0">
                <a:solidFill>
                  <a:srgbClr val="52677A"/>
                </a:solidFill>
                <a:latin typeface="+mn-lt"/>
                <a:ea typeface="+mn-ea"/>
                <a:cs typeface="+mn-cs"/>
              </a:defRPr>
            </a:lvl7pPr>
            <a:lvl8pPr algn="l">
              <a:buNone/>
              <a:defRPr sz="1800" b="0">
                <a:solidFill>
                  <a:srgbClr val="52677A"/>
                </a:solidFill>
                <a:latin typeface="+mn-lt"/>
                <a:ea typeface="+mn-ea"/>
                <a:cs typeface="+mn-cs"/>
              </a:defRPr>
            </a:lvl8pPr>
            <a:lvl9pPr algn="l">
              <a:buNone/>
              <a:defRPr sz="1800" b="0">
                <a:solidFill>
                  <a:srgbClr val="52677A"/>
                </a:solidFill>
                <a:latin typeface="+mn-lt"/>
                <a:ea typeface="+mn-ea"/>
                <a:cs typeface="+mn-cs"/>
              </a:defRPr>
            </a:lvl9pPr>
          </a:lstStyle>
          <a:p>
            <a:pPr lvl="0">
              <a:defRPr/>
            </a:pPr>
            <a:r>
              <a:rPr/>
              <a:t>Click to edit subtitle</a:t>
            </a:r>
            <a:endParaRPr/>
          </a:p>
        </p:txBody>
      </p:sp>
    </p:spTree>
  </p:cSld>
  <p:clrMapOvr>
    <a:masterClrMapping/>
  </p:clrMapOvr>
  <p:hf dt="0" ftr="0" hdr="0" sldNum="0"/>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2 Section divider">
    <p:bg>
      <p:bgPr shadeToTitle="0">
        <a:solidFill>
          <a:srgbClr val="FFFFFF"/>
        </a:solidFill>
      </p:bgPr>
    </p:bg>
    <p:spTree>
      <p:nvGrpSpPr>
        <p:cNvPr id="1" name=""/>
        <p:cNvGrpSpPr/>
        <p:nvPr/>
      </p:nvGrpSpPr>
      <p:grpSpPr bwMode="auto">
        <a:xfrm>
          <a:off x="0" y="0"/>
          <a:ext cx="0" cy="0"/>
          <a:chOff x="0" y="0"/>
          <a:chExt cx="0" cy="0"/>
        </a:xfrm>
      </p:grpSpPr>
      <p:sp>
        <p:nvSpPr>
          <p:cNvPr id="1184251247" name="slot:section-number"/>
          <p:cNvSpPr>
            <a:spLocks noGrp="1"/>
          </p:cNvSpPr>
          <p:nvPr>
            <p:ph type="body" idx="0"/>
          </p:nvPr>
        </p:nvSpPr>
        <p:spPr bwMode="auto">
          <a:xfrm>
            <a:off x="762000" y="1847850"/>
            <a:ext cx="2857500" cy="819150"/>
          </a:xfrm>
          <a:prstGeom prst="rect">
            <a:avLst/>
          </a:prstGeom>
          <a:noFill/>
          <a:ln w="0">
            <a:noFill/>
          </a:ln>
        </p:spPr>
        <p:txBody>
          <a:bodyPr wrap="square" lIns="0" tIns="0" rIns="0" bIns="0" anchor="t">
            <a:noAutofit/>
          </a:bodyPr>
          <a:lstStyle>
            <a:defPPr algn="l">
              <a:buNone/>
              <a:defRPr sz="4000" b="0">
                <a:solidFill>
                  <a:srgbClr val="315D8A"/>
                </a:solidFill>
                <a:latin typeface="+mj-lt"/>
                <a:ea typeface="+mj-ea"/>
                <a:cs typeface="+mj-cs"/>
              </a:defRPr>
            </a:defPPr>
            <a:lvl1pPr algn="l">
              <a:buNone/>
              <a:defRPr sz="4000" b="0">
                <a:solidFill>
                  <a:srgbClr val="315D8A"/>
                </a:solidFill>
                <a:latin typeface="+mj-lt"/>
                <a:ea typeface="+mj-ea"/>
                <a:cs typeface="+mj-cs"/>
              </a:defRPr>
            </a:lvl1pPr>
            <a:lvl2pPr algn="l">
              <a:buNone/>
              <a:defRPr sz="3800" b="0">
                <a:solidFill>
                  <a:srgbClr val="315D8A"/>
                </a:solidFill>
                <a:latin typeface="+mj-lt"/>
                <a:ea typeface="+mj-ea"/>
                <a:cs typeface="+mj-cs"/>
              </a:defRPr>
            </a:lvl2pPr>
            <a:lvl3pPr algn="l">
              <a:buNone/>
              <a:defRPr sz="3600" b="0">
                <a:solidFill>
                  <a:srgbClr val="315D8A"/>
                </a:solidFill>
                <a:latin typeface="+mj-lt"/>
                <a:ea typeface="+mj-ea"/>
                <a:cs typeface="+mj-cs"/>
              </a:defRPr>
            </a:lvl3pPr>
            <a:lvl4pPr algn="l">
              <a:buNone/>
              <a:defRPr sz="3400" b="0">
                <a:solidFill>
                  <a:srgbClr val="315D8A"/>
                </a:solidFill>
                <a:latin typeface="+mj-lt"/>
                <a:ea typeface="+mj-ea"/>
                <a:cs typeface="+mj-cs"/>
              </a:defRPr>
            </a:lvl4pPr>
            <a:lvl5pPr algn="l">
              <a:buNone/>
              <a:defRPr sz="3200" b="0">
                <a:solidFill>
                  <a:srgbClr val="315D8A"/>
                </a:solidFill>
                <a:latin typeface="+mj-lt"/>
                <a:ea typeface="+mj-ea"/>
                <a:cs typeface="+mj-cs"/>
              </a:defRPr>
            </a:lvl5pPr>
            <a:lvl6pPr algn="l">
              <a:buNone/>
              <a:defRPr sz="3000" b="0">
                <a:solidFill>
                  <a:srgbClr val="315D8A"/>
                </a:solidFill>
                <a:latin typeface="+mj-lt"/>
                <a:ea typeface="+mj-ea"/>
                <a:cs typeface="+mj-cs"/>
              </a:defRPr>
            </a:lvl6pPr>
            <a:lvl7pPr algn="l">
              <a:buNone/>
              <a:defRPr sz="2800" b="0">
                <a:solidFill>
                  <a:srgbClr val="315D8A"/>
                </a:solidFill>
                <a:latin typeface="+mj-lt"/>
                <a:ea typeface="+mj-ea"/>
                <a:cs typeface="+mj-cs"/>
              </a:defRPr>
            </a:lvl7pPr>
            <a:lvl8pPr algn="l">
              <a:buNone/>
              <a:defRPr sz="2600" b="0">
                <a:solidFill>
                  <a:srgbClr val="315D8A"/>
                </a:solidFill>
                <a:latin typeface="+mj-lt"/>
                <a:ea typeface="+mj-ea"/>
                <a:cs typeface="+mj-cs"/>
              </a:defRPr>
            </a:lvl8pPr>
            <a:lvl9pPr algn="l">
              <a:buNone/>
              <a:defRPr sz="2400" b="0">
                <a:solidFill>
                  <a:srgbClr val="315D8A"/>
                </a:solidFill>
                <a:latin typeface="+mj-lt"/>
                <a:ea typeface="+mj-ea"/>
                <a:cs typeface="+mj-cs"/>
              </a:defRPr>
            </a:lvl9pPr>
          </a:lstStyle>
          <a:p>
            <a:pPr lvl="0">
              <a:defRPr/>
            </a:pPr>
            <a:r>
              <a:rPr/>
              <a:t>Click to edit section-number</a:t>
            </a:r>
            <a:endParaRPr/>
          </a:p>
        </p:txBody>
      </p:sp>
      <p:sp>
        <p:nvSpPr>
          <p:cNvPr id="359848437" name="slot:title"/>
          <p:cNvSpPr>
            <a:spLocks noGrp="1"/>
          </p:cNvSpPr>
          <p:nvPr>
            <p:ph type="title" idx="1"/>
          </p:nvPr>
        </p:nvSpPr>
        <p:spPr bwMode="auto">
          <a:xfrm>
            <a:off x="762000" y="3048000"/>
            <a:ext cx="10668000" cy="1238250"/>
          </a:xfrm>
          <a:prstGeom prst="rect">
            <a:avLst/>
          </a:prstGeom>
          <a:noFill/>
          <a:ln w="0">
            <a:noFill/>
          </a:ln>
        </p:spPr>
        <p:txBody>
          <a:bodyPr wrap="square" lIns="0" tIns="0" rIns="0" bIns="0" anchor="t">
            <a:noAutofit/>
          </a:bodyPr>
          <a:lstStyle>
            <a:defPPr algn="l">
              <a:buNone/>
              <a:defRPr sz="4800" b="0">
                <a:solidFill>
                  <a:srgbClr val="142D45"/>
                </a:solidFill>
                <a:latin typeface="+mj-lt"/>
                <a:ea typeface="+mj-ea"/>
                <a:cs typeface="+mj-cs"/>
              </a:defRPr>
            </a:defPPr>
            <a:lvl1pPr algn="l">
              <a:buNone/>
              <a:defRPr sz="4800" b="0">
                <a:solidFill>
                  <a:srgbClr val="142D45"/>
                </a:solidFill>
                <a:latin typeface="+mj-lt"/>
                <a:ea typeface="+mj-ea"/>
                <a:cs typeface="+mj-cs"/>
              </a:defRPr>
            </a:lvl1pPr>
            <a:lvl2pPr algn="l">
              <a:buNone/>
              <a:defRPr sz="4800" b="0">
                <a:solidFill>
                  <a:srgbClr val="142D45"/>
                </a:solidFill>
                <a:latin typeface="+mj-lt"/>
                <a:ea typeface="+mj-ea"/>
                <a:cs typeface="+mj-cs"/>
              </a:defRPr>
            </a:lvl2pPr>
            <a:lvl3pPr algn="l">
              <a:buNone/>
              <a:defRPr sz="4800" b="0">
                <a:solidFill>
                  <a:srgbClr val="142D45"/>
                </a:solidFill>
                <a:latin typeface="+mj-lt"/>
                <a:ea typeface="+mj-ea"/>
                <a:cs typeface="+mj-cs"/>
              </a:defRPr>
            </a:lvl3pPr>
            <a:lvl4pPr algn="l">
              <a:buNone/>
              <a:defRPr sz="4800" b="0">
                <a:solidFill>
                  <a:srgbClr val="142D45"/>
                </a:solidFill>
                <a:latin typeface="+mj-lt"/>
                <a:ea typeface="+mj-ea"/>
                <a:cs typeface="+mj-cs"/>
              </a:defRPr>
            </a:lvl4pPr>
            <a:lvl5pPr algn="l">
              <a:buNone/>
              <a:defRPr sz="4800" b="0">
                <a:solidFill>
                  <a:srgbClr val="142D45"/>
                </a:solidFill>
                <a:latin typeface="+mj-lt"/>
                <a:ea typeface="+mj-ea"/>
                <a:cs typeface="+mj-cs"/>
              </a:defRPr>
            </a:lvl5pPr>
            <a:lvl6pPr algn="l">
              <a:buNone/>
              <a:defRPr sz="4800" b="0">
                <a:solidFill>
                  <a:srgbClr val="142D45"/>
                </a:solidFill>
                <a:latin typeface="+mj-lt"/>
                <a:ea typeface="+mj-ea"/>
                <a:cs typeface="+mj-cs"/>
              </a:defRPr>
            </a:lvl6pPr>
            <a:lvl7pPr algn="l">
              <a:buNone/>
              <a:defRPr sz="4800" b="0">
                <a:solidFill>
                  <a:srgbClr val="142D45"/>
                </a:solidFill>
                <a:latin typeface="+mj-lt"/>
                <a:ea typeface="+mj-ea"/>
                <a:cs typeface="+mj-cs"/>
              </a:defRPr>
            </a:lvl7pPr>
            <a:lvl8pPr algn="l">
              <a:buNone/>
              <a:defRPr sz="4800" b="0">
                <a:solidFill>
                  <a:srgbClr val="142D45"/>
                </a:solidFill>
                <a:latin typeface="+mj-lt"/>
                <a:ea typeface="+mj-ea"/>
                <a:cs typeface="+mj-cs"/>
              </a:defRPr>
            </a:lvl8pPr>
            <a:lvl9pPr algn="l">
              <a:buNone/>
              <a:defRPr sz="4800" b="0">
                <a:solidFill>
                  <a:srgbClr val="142D45"/>
                </a:solidFill>
                <a:latin typeface="+mj-lt"/>
                <a:ea typeface="+mj-ea"/>
                <a:cs typeface="+mj-cs"/>
              </a:defRPr>
            </a:lvl9pPr>
          </a:lstStyle>
          <a:p>
            <a:pPr lvl="0">
              <a:defRPr/>
            </a:pPr>
            <a:r>
              <a:rPr/>
              <a:t>Click to edit title</a:t>
            </a:r>
            <a:endParaRPr/>
          </a:p>
        </p:txBody>
      </p:sp>
      <p:sp>
        <p:nvSpPr>
          <p:cNvPr id="1931737258" name="slot:subtitle"/>
          <p:cNvSpPr>
            <a:spLocks noGrp="1"/>
          </p:cNvSpPr>
          <p:nvPr>
            <p:ph type="subTitle" idx="2"/>
          </p:nvPr>
        </p:nvSpPr>
        <p:spPr bwMode="auto">
          <a:xfrm>
            <a:off x="762000" y="4791075"/>
            <a:ext cx="10668000" cy="495300"/>
          </a:xfrm>
          <a:prstGeom prst="rect">
            <a:avLst/>
          </a:prstGeom>
          <a:noFill/>
          <a:ln w="0">
            <a:noFill/>
          </a:ln>
        </p:spPr>
        <p:txBody>
          <a:bodyPr wrap="square" lIns="0" tIns="0" r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400" b="0">
                <a:solidFill>
                  <a:srgbClr val="52677A"/>
                </a:solidFill>
                <a:latin typeface="+mn-lt"/>
                <a:ea typeface="+mn-ea"/>
                <a:cs typeface="+mn-cs"/>
              </a:defRPr>
            </a:lvl2pPr>
            <a:lvl3pPr algn="l">
              <a:buNone/>
              <a:defRPr sz="2400" b="0">
                <a:solidFill>
                  <a:srgbClr val="52677A"/>
                </a:solidFill>
                <a:latin typeface="+mn-lt"/>
                <a:ea typeface="+mn-ea"/>
                <a:cs typeface="+mn-cs"/>
              </a:defRPr>
            </a:lvl3pPr>
            <a:lvl4pPr algn="l">
              <a:buNone/>
              <a:defRPr sz="2400" b="0">
                <a:solidFill>
                  <a:srgbClr val="52677A"/>
                </a:solidFill>
                <a:latin typeface="+mn-lt"/>
                <a:ea typeface="+mn-ea"/>
                <a:cs typeface="+mn-cs"/>
              </a:defRPr>
            </a:lvl4pPr>
            <a:lvl5pPr algn="l">
              <a:buNone/>
              <a:defRPr sz="2400" b="0">
                <a:solidFill>
                  <a:srgbClr val="52677A"/>
                </a:solidFill>
                <a:latin typeface="+mn-lt"/>
                <a:ea typeface="+mn-ea"/>
                <a:cs typeface="+mn-cs"/>
              </a:defRPr>
            </a:lvl5pPr>
            <a:lvl6pPr algn="l">
              <a:buNone/>
              <a:defRPr sz="2400" b="0">
                <a:solidFill>
                  <a:srgbClr val="52677A"/>
                </a:solidFill>
                <a:latin typeface="+mn-lt"/>
                <a:ea typeface="+mn-ea"/>
                <a:cs typeface="+mn-cs"/>
              </a:defRPr>
            </a:lvl6pPr>
            <a:lvl7pPr algn="l">
              <a:buNone/>
              <a:defRPr sz="2400" b="0">
                <a:solidFill>
                  <a:srgbClr val="52677A"/>
                </a:solidFill>
                <a:latin typeface="+mn-lt"/>
                <a:ea typeface="+mn-ea"/>
                <a:cs typeface="+mn-cs"/>
              </a:defRPr>
            </a:lvl7pPr>
            <a:lvl8pPr algn="l">
              <a:buNone/>
              <a:defRPr sz="2400" b="0">
                <a:solidFill>
                  <a:srgbClr val="52677A"/>
                </a:solidFill>
                <a:latin typeface="+mn-lt"/>
                <a:ea typeface="+mn-ea"/>
                <a:cs typeface="+mn-cs"/>
              </a:defRPr>
            </a:lvl8pPr>
            <a:lvl9pPr algn="l">
              <a:buNone/>
              <a:defRPr sz="2400" b="0">
                <a:solidFill>
                  <a:srgbClr val="52677A"/>
                </a:solidFill>
                <a:latin typeface="+mn-lt"/>
                <a:ea typeface="+mn-ea"/>
                <a:cs typeface="+mn-cs"/>
              </a:defRPr>
            </a:lvl9pPr>
          </a:lstStyle>
          <a:p>
            <a:pPr lvl="0">
              <a:defRPr/>
            </a:pPr>
            <a:r>
              <a:rPr/>
              <a:t>Click to edit subtitle</a:t>
            </a:r>
            <a:endParaRPr/>
          </a:p>
        </p:txBody>
      </p:sp>
      <p:sp>
        <p:nvSpPr>
          <p:cNvPr id="870865629"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505806725"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D210A427-F113-4956-9390-D81B182B220E}"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3 Research question">
    <p:bg>
      <p:bgPr shadeToTitle="0">
        <a:solidFill>
          <a:srgbClr val="FFFFFF"/>
        </a:solidFill>
      </p:bgPr>
    </p:bg>
    <p:spTree>
      <p:nvGrpSpPr>
        <p:cNvPr id="1" name=""/>
        <p:cNvGrpSpPr/>
        <p:nvPr/>
      </p:nvGrpSpPr>
      <p:grpSpPr bwMode="auto">
        <a:xfrm>
          <a:off x="0" y="0"/>
          <a:ext cx="0" cy="0"/>
          <a:chOff x="0" y="0"/>
          <a:chExt cx="0" cy="0"/>
        </a:xfrm>
      </p:grpSpPr>
      <p:sp>
        <p:nvSpPr>
          <p:cNvPr id="353026010"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1859500430" name="slot:question"/>
          <p:cNvSpPr>
            <a:spLocks noGrp="1"/>
          </p:cNvSpPr>
          <p:nvPr>
            <p:ph type="body" idx="1"/>
          </p:nvPr>
        </p:nvSpPr>
        <p:spPr bwMode="auto">
          <a:xfrm>
            <a:off x="762000" y="2400300"/>
            <a:ext cx="10668000" cy="1447800"/>
          </a:xfrm>
          <a:prstGeom prst="rect">
            <a:avLst/>
          </a:prstGeom>
          <a:noFill/>
          <a:ln w="0">
            <a:noFill/>
          </a:ln>
        </p:spPr>
        <p:txBody>
          <a:bodyPr wrap="square" lIns="0" tIns="0" rIns="0" bIns="0" anchor="t">
            <a:noAutofit/>
          </a:bodyPr>
          <a:lstStyle>
            <a:defPPr algn="l">
              <a:buNone/>
              <a:defRPr sz="4400" b="0">
                <a:solidFill>
                  <a:srgbClr val="142D45"/>
                </a:solidFill>
                <a:latin typeface="+mj-lt"/>
                <a:ea typeface="+mj-ea"/>
                <a:cs typeface="+mj-cs"/>
              </a:defRPr>
            </a:defPPr>
            <a:lvl1pPr algn="l">
              <a:buNone/>
              <a:defRPr sz="4400" b="0">
                <a:solidFill>
                  <a:srgbClr val="142D45"/>
                </a:solidFill>
                <a:latin typeface="+mj-lt"/>
                <a:ea typeface="+mj-ea"/>
                <a:cs typeface="+mj-cs"/>
              </a:defRPr>
            </a:lvl1pPr>
            <a:lvl2pPr algn="l">
              <a:buNone/>
              <a:defRPr sz="4200" b="0">
                <a:solidFill>
                  <a:srgbClr val="142D45"/>
                </a:solidFill>
                <a:latin typeface="+mj-lt"/>
                <a:ea typeface="+mj-ea"/>
                <a:cs typeface="+mj-cs"/>
              </a:defRPr>
            </a:lvl2pPr>
            <a:lvl3pPr algn="l">
              <a:buNone/>
              <a:defRPr sz="4000" b="0">
                <a:solidFill>
                  <a:srgbClr val="142D45"/>
                </a:solidFill>
                <a:latin typeface="+mj-lt"/>
                <a:ea typeface="+mj-ea"/>
                <a:cs typeface="+mj-cs"/>
              </a:defRPr>
            </a:lvl3pPr>
            <a:lvl4pPr algn="l">
              <a:buNone/>
              <a:defRPr sz="38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400" b="0">
                <a:solidFill>
                  <a:srgbClr val="142D45"/>
                </a:solidFill>
                <a:latin typeface="+mj-lt"/>
                <a:ea typeface="+mj-ea"/>
                <a:cs typeface="+mj-cs"/>
              </a:defRPr>
            </a:lvl6pPr>
            <a:lvl7pPr algn="l">
              <a:buNone/>
              <a:defRPr sz="3200" b="0">
                <a:solidFill>
                  <a:srgbClr val="142D45"/>
                </a:solidFill>
                <a:latin typeface="+mj-lt"/>
                <a:ea typeface="+mj-ea"/>
                <a:cs typeface="+mj-cs"/>
              </a:defRPr>
            </a:lvl7pPr>
            <a:lvl8pPr algn="l">
              <a:buNone/>
              <a:defRPr sz="3000" b="0">
                <a:solidFill>
                  <a:srgbClr val="142D45"/>
                </a:solidFill>
                <a:latin typeface="+mj-lt"/>
                <a:ea typeface="+mj-ea"/>
                <a:cs typeface="+mj-cs"/>
              </a:defRPr>
            </a:lvl8pPr>
            <a:lvl9pPr algn="l">
              <a:buNone/>
              <a:defRPr sz="2800" b="0">
                <a:solidFill>
                  <a:srgbClr val="142D45"/>
                </a:solidFill>
                <a:latin typeface="+mj-lt"/>
                <a:ea typeface="+mj-ea"/>
                <a:cs typeface="+mj-cs"/>
              </a:defRPr>
            </a:lvl9pPr>
          </a:lstStyle>
          <a:p>
            <a:pPr lvl="0">
              <a:defRPr/>
            </a:pPr>
            <a:r>
              <a:rPr/>
              <a:t>Click to edit question</a:t>
            </a:r>
            <a:endParaRPr/>
          </a:p>
        </p:txBody>
      </p:sp>
      <p:sp>
        <p:nvSpPr>
          <p:cNvPr id="719526532" name="slot:context"/>
          <p:cNvSpPr>
            <a:spLocks noGrp="1"/>
          </p:cNvSpPr>
          <p:nvPr>
            <p:ph type="body" idx="2"/>
          </p:nvPr>
        </p:nvSpPr>
        <p:spPr bwMode="auto">
          <a:xfrm>
            <a:off x="762000" y="4762500"/>
            <a:ext cx="10668000" cy="495300"/>
          </a:xfrm>
          <a:prstGeom prst="rect">
            <a:avLst/>
          </a:prstGeom>
          <a:noFill/>
          <a:ln w="0">
            <a:noFill/>
          </a:ln>
        </p:spPr>
        <p:txBody>
          <a:bodyPr wrap="square" lIns="0" tIns="0" r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2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context</a:t>
            </a:r>
            <a:endParaRPr/>
          </a:p>
        </p:txBody>
      </p:sp>
      <p:sp>
        <p:nvSpPr>
          <p:cNvPr id="482946689"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397331772"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3FDD49FA-11E7-46B2-A8CD-1BDDA2F5E6AA}"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4 Outline">
    <p:bg>
      <p:bgPr shadeToTitle="0">
        <a:solidFill>
          <a:srgbClr val="FFFFFF"/>
        </a:solidFill>
      </p:bgPr>
    </p:bg>
    <p:spTree>
      <p:nvGrpSpPr>
        <p:cNvPr id="1" name=""/>
        <p:cNvGrpSpPr/>
        <p:nvPr/>
      </p:nvGrpSpPr>
      <p:grpSpPr bwMode="auto">
        <a:xfrm>
          <a:off x="0" y="0"/>
          <a:ext cx="0" cy="0"/>
          <a:chOff x="0" y="0"/>
          <a:chExt cx="0" cy="0"/>
        </a:xfrm>
      </p:grpSpPr>
      <p:sp>
        <p:nvSpPr>
          <p:cNvPr id="1186581798" name="layout:number-0"/>
          <p:cNvSpPr>
            <a:spLocks noGrp="1"/>
          </p:cNvSpPr>
          <p:nvPr/>
        </p:nvSpPr>
        <p:spPr bwMode="auto">
          <a:xfrm>
            <a:off x="762000" y="2152650"/>
            <a:ext cx="952500" cy="457200"/>
          </a:xfrm>
          <a:prstGeom prst="rect">
            <a:avLst/>
          </a:prstGeom>
          <a:noFill/>
          <a:ln w="0">
            <a:noFill/>
          </a:ln>
        </p:spPr>
        <p:txBody>
          <a:bodyPr wrap="none" lIns="0" tIns="0" rIns="0" bIns="0" anchor="t">
            <a:noAutofit/>
          </a:bodyPr>
          <a:lstStyle>
            <a:defPPr algn="l">
              <a:defRPr sz="2600" b="0">
                <a:solidFill>
                  <a:srgbClr val="315D8A"/>
                </a:solidFill>
                <a:latin typeface="Cambria"/>
                <a:ea typeface="Cambria"/>
                <a:cs typeface="Cambria"/>
              </a:defRPr>
            </a:defPPr>
          </a:lstStyle>
          <a:p>
            <a:pPr algn="l">
              <a:defRPr sz="2600" b="0">
                <a:solidFill>
                  <a:srgbClr val="315D8A"/>
                </a:solidFill>
                <a:latin typeface="Cambria"/>
                <a:ea typeface="Cambria"/>
                <a:cs typeface="Cambria"/>
              </a:defRPr>
            </a:pPr>
            <a:r>
              <a:rPr sz="2600" b="0">
                <a:solidFill>
                  <a:srgbClr val="315D8A"/>
                </a:solidFill>
                <a:latin typeface="Cambria"/>
                <a:ea typeface="Cambria"/>
                <a:cs typeface="Cambria"/>
              </a:rPr>
              <a:t>01</a:t>
            </a:r>
            <a:endParaRPr/>
          </a:p>
        </p:txBody>
      </p:sp>
      <p:sp>
        <p:nvSpPr>
          <p:cNvPr id="1645346796" name="layout:number-1"/>
          <p:cNvSpPr>
            <a:spLocks noGrp="1"/>
          </p:cNvSpPr>
          <p:nvPr/>
        </p:nvSpPr>
        <p:spPr bwMode="auto">
          <a:xfrm>
            <a:off x="762000" y="2962275"/>
            <a:ext cx="952500" cy="457200"/>
          </a:xfrm>
          <a:prstGeom prst="rect">
            <a:avLst/>
          </a:prstGeom>
          <a:noFill/>
          <a:ln w="0">
            <a:noFill/>
          </a:ln>
        </p:spPr>
        <p:txBody>
          <a:bodyPr wrap="none" lIns="0" tIns="0" rIns="0" bIns="0" anchor="t">
            <a:noAutofit/>
          </a:bodyPr>
          <a:lstStyle>
            <a:defPPr algn="l">
              <a:defRPr sz="2600" b="0">
                <a:solidFill>
                  <a:srgbClr val="315D8A"/>
                </a:solidFill>
                <a:latin typeface="Cambria"/>
                <a:ea typeface="Cambria"/>
                <a:cs typeface="Cambria"/>
              </a:defRPr>
            </a:defPPr>
          </a:lstStyle>
          <a:p>
            <a:pPr algn="l">
              <a:defRPr sz="2600" b="0">
                <a:solidFill>
                  <a:srgbClr val="315D8A"/>
                </a:solidFill>
                <a:latin typeface="Cambria"/>
                <a:ea typeface="Cambria"/>
                <a:cs typeface="Cambria"/>
              </a:defRPr>
            </a:pPr>
            <a:r>
              <a:rPr sz="2600" b="0">
                <a:solidFill>
                  <a:srgbClr val="315D8A"/>
                </a:solidFill>
                <a:latin typeface="Cambria"/>
                <a:ea typeface="Cambria"/>
                <a:cs typeface="Cambria"/>
              </a:rPr>
              <a:t>02</a:t>
            </a:r>
            <a:endParaRPr/>
          </a:p>
        </p:txBody>
      </p:sp>
      <p:sp>
        <p:nvSpPr>
          <p:cNvPr id="1679736691" name="layout:number-2"/>
          <p:cNvSpPr>
            <a:spLocks noGrp="1"/>
          </p:cNvSpPr>
          <p:nvPr/>
        </p:nvSpPr>
        <p:spPr bwMode="auto">
          <a:xfrm>
            <a:off x="762000" y="3771900"/>
            <a:ext cx="952500" cy="457200"/>
          </a:xfrm>
          <a:prstGeom prst="rect">
            <a:avLst/>
          </a:prstGeom>
          <a:noFill/>
          <a:ln w="0">
            <a:noFill/>
          </a:ln>
        </p:spPr>
        <p:txBody>
          <a:bodyPr wrap="none" lIns="0" tIns="0" rIns="0" bIns="0" anchor="t">
            <a:noAutofit/>
          </a:bodyPr>
          <a:lstStyle>
            <a:defPPr algn="l">
              <a:defRPr sz="2600" b="0">
                <a:solidFill>
                  <a:srgbClr val="315D8A"/>
                </a:solidFill>
                <a:latin typeface="Cambria"/>
                <a:ea typeface="Cambria"/>
                <a:cs typeface="Cambria"/>
              </a:defRPr>
            </a:defPPr>
          </a:lstStyle>
          <a:p>
            <a:pPr algn="l">
              <a:defRPr sz="2600" b="0">
                <a:solidFill>
                  <a:srgbClr val="315D8A"/>
                </a:solidFill>
                <a:latin typeface="Cambria"/>
                <a:ea typeface="Cambria"/>
                <a:cs typeface="Cambria"/>
              </a:defRPr>
            </a:pPr>
            <a:r>
              <a:rPr sz="2600" b="0">
                <a:solidFill>
                  <a:srgbClr val="315D8A"/>
                </a:solidFill>
                <a:latin typeface="Cambria"/>
                <a:ea typeface="Cambria"/>
                <a:cs typeface="Cambria"/>
              </a:rPr>
              <a:t>03</a:t>
            </a:r>
            <a:endParaRPr/>
          </a:p>
        </p:txBody>
      </p:sp>
      <p:sp>
        <p:nvSpPr>
          <p:cNvPr id="1678095529" name="layout:number-3"/>
          <p:cNvSpPr>
            <a:spLocks noGrp="1"/>
          </p:cNvSpPr>
          <p:nvPr/>
        </p:nvSpPr>
        <p:spPr bwMode="auto">
          <a:xfrm>
            <a:off x="762000" y="4581525"/>
            <a:ext cx="952500" cy="457200"/>
          </a:xfrm>
          <a:prstGeom prst="rect">
            <a:avLst/>
          </a:prstGeom>
          <a:noFill/>
          <a:ln w="0">
            <a:noFill/>
          </a:ln>
        </p:spPr>
        <p:txBody>
          <a:bodyPr wrap="none" lIns="0" tIns="0" rIns="0" bIns="0" anchor="t">
            <a:noAutofit/>
          </a:bodyPr>
          <a:lstStyle>
            <a:defPPr algn="l">
              <a:defRPr sz="2600" b="0">
                <a:solidFill>
                  <a:srgbClr val="315D8A"/>
                </a:solidFill>
                <a:latin typeface="Cambria"/>
                <a:ea typeface="Cambria"/>
                <a:cs typeface="Cambria"/>
              </a:defRPr>
            </a:defPPr>
          </a:lstStyle>
          <a:p>
            <a:pPr algn="l">
              <a:defRPr sz="2600" b="0">
                <a:solidFill>
                  <a:srgbClr val="315D8A"/>
                </a:solidFill>
                <a:latin typeface="Cambria"/>
                <a:ea typeface="Cambria"/>
                <a:cs typeface="Cambria"/>
              </a:defRPr>
            </a:pPr>
            <a:r>
              <a:rPr sz="2600" b="0">
                <a:solidFill>
                  <a:srgbClr val="315D8A"/>
                </a:solidFill>
                <a:latin typeface="Cambria"/>
                <a:ea typeface="Cambria"/>
                <a:cs typeface="Cambria"/>
              </a:rPr>
              <a:t>04</a:t>
            </a:r>
            <a:endParaRPr/>
          </a:p>
        </p:txBody>
      </p:sp>
      <p:sp>
        <p:nvSpPr>
          <p:cNvPr id="1058242311"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998526071" name="slot:item-0"/>
          <p:cNvSpPr>
            <a:spLocks noGrp="1"/>
          </p:cNvSpPr>
          <p:nvPr>
            <p:ph type="body" idx="1"/>
          </p:nvPr>
        </p:nvSpPr>
        <p:spPr bwMode="auto">
          <a:xfrm>
            <a:off x="2266950" y="2152650"/>
            <a:ext cx="9163050" cy="457200"/>
          </a:xfrm>
          <a:prstGeom prst="rect">
            <a:avLst/>
          </a:prstGeom>
          <a:noFill/>
          <a:ln w="0">
            <a:noFill/>
          </a:ln>
        </p:spPr>
        <p:txBody>
          <a:bodyPr wrap="square" lIns="0" tIns="0" r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item-0</a:t>
            </a:r>
            <a:endParaRPr/>
          </a:p>
        </p:txBody>
      </p:sp>
      <p:sp>
        <p:nvSpPr>
          <p:cNvPr id="264441392" name="slot:item-1"/>
          <p:cNvSpPr>
            <a:spLocks noGrp="1"/>
          </p:cNvSpPr>
          <p:nvPr>
            <p:ph type="body" idx="2"/>
          </p:nvPr>
        </p:nvSpPr>
        <p:spPr bwMode="auto">
          <a:xfrm>
            <a:off x="2266950" y="2962275"/>
            <a:ext cx="9163050" cy="457200"/>
          </a:xfrm>
          <a:prstGeom prst="rect">
            <a:avLst/>
          </a:prstGeom>
          <a:noFill/>
          <a:ln w="0">
            <a:noFill/>
          </a:ln>
        </p:spPr>
        <p:txBody>
          <a:bodyPr wrap="square" lIns="0" tIns="0" r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item-1</a:t>
            </a:r>
            <a:endParaRPr/>
          </a:p>
        </p:txBody>
      </p:sp>
      <p:sp>
        <p:nvSpPr>
          <p:cNvPr id="1816780218" name="slot:item-2"/>
          <p:cNvSpPr>
            <a:spLocks noGrp="1"/>
          </p:cNvSpPr>
          <p:nvPr>
            <p:ph type="body" idx="3"/>
          </p:nvPr>
        </p:nvSpPr>
        <p:spPr bwMode="auto">
          <a:xfrm>
            <a:off x="2266950" y="3771900"/>
            <a:ext cx="9163050" cy="457200"/>
          </a:xfrm>
          <a:prstGeom prst="rect">
            <a:avLst/>
          </a:prstGeom>
          <a:noFill/>
          <a:ln w="0">
            <a:noFill/>
          </a:ln>
        </p:spPr>
        <p:txBody>
          <a:bodyPr wrap="square" lIns="0" tIns="0" r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item-2</a:t>
            </a:r>
            <a:endParaRPr/>
          </a:p>
        </p:txBody>
      </p:sp>
      <p:sp>
        <p:nvSpPr>
          <p:cNvPr id="1767333312" name="slot:item-3"/>
          <p:cNvSpPr>
            <a:spLocks noGrp="1"/>
          </p:cNvSpPr>
          <p:nvPr>
            <p:ph type="body" idx="4"/>
          </p:nvPr>
        </p:nvSpPr>
        <p:spPr bwMode="auto">
          <a:xfrm>
            <a:off x="2266950" y="4581525"/>
            <a:ext cx="9163050" cy="457200"/>
          </a:xfrm>
          <a:prstGeom prst="rect">
            <a:avLst/>
          </a:prstGeom>
          <a:noFill/>
          <a:ln w="0">
            <a:noFill/>
          </a:ln>
        </p:spPr>
        <p:txBody>
          <a:bodyPr wrap="square" lIns="0" tIns="0" r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item-3</a:t>
            </a:r>
            <a:endParaRPr/>
          </a:p>
        </p:txBody>
      </p:sp>
      <p:sp>
        <p:nvSpPr>
          <p:cNvPr id="270020143"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612475368"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9CEA91-3AB2-4138-8E50-0C84E23F5CE6}"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5 Key points">
    <p:bg>
      <p:bgPr shadeToTitle="0">
        <a:solidFill>
          <a:srgbClr val="FFFFFF"/>
        </a:solidFill>
      </p:bgPr>
    </p:bg>
    <p:spTree>
      <p:nvGrpSpPr>
        <p:cNvPr id="1" name=""/>
        <p:cNvGrpSpPr/>
        <p:nvPr/>
      </p:nvGrpSpPr>
      <p:grpSpPr bwMode="auto">
        <a:xfrm>
          <a:off x="0" y="0"/>
          <a:ext cx="0" cy="0"/>
          <a:chOff x="0" y="0"/>
          <a:chExt cx="0" cy="0"/>
        </a:xfrm>
      </p:grpSpPr>
      <p:sp>
        <p:nvSpPr>
          <p:cNvPr id="1021259058"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2069818418" name="slot:body"/>
          <p:cNvSpPr>
            <a:spLocks noGrp="1"/>
          </p:cNvSpPr>
          <p:nvPr>
            <p:ph type="body" idx="1"/>
          </p:nvPr>
        </p:nvSpPr>
        <p:spPr bwMode="auto">
          <a:xfrm>
            <a:off x="762000" y="2209800"/>
            <a:ext cx="10668000" cy="3105150"/>
          </a:xfrm>
          <a:prstGeom prst="rect">
            <a:avLst/>
          </a:prstGeom>
          <a:noFill/>
          <a:ln w="0">
            <a:noFill/>
          </a:ln>
        </p:spPr>
        <p:txBody>
          <a:bodyPr wrap="square" lIns="0" tIns="0" r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body</a:t>
            </a:r>
            <a:endParaRPr/>
          </a:p>
        </p:txBody>
      </p:sp>
      <p:sp>
        <p:nvSpPr>
          <p:cNvPr id="1698379769"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261948456"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019BE108-CE92-45CA-A286-C2585C57B83D}"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6 Text and figure">
    <p:bg>
      <p:bgPr shadeToTitle="0">
        <a:solidFill>
          <a:srgbClr val="FFFFFF"/>
        </a:solidFill>
      </p:bgPr>
    </p:bg>
    <p:spTree>
      <p:nvGrpSpPr>
        <p:cNvPr id="1" name=""/>
        <p:cNvGrpSpPr/>
        <p:nvPr/>
      </p:nvGrpSpPr>
      <p:grpSpPr bwMode="auto">
        <a:xfrm>
          <a:off x="0" y="0"/>
          <a:ext cx="0" cy="0"/>
          <a:chOff x="0" y="0"/>
          <a:chExt cx="0" cy="0"/>
        </a:xfrm>
      </p:grpSpPr>
      <p:sp>
        <p:nvSpPr>
          <p:cNvPr id="938889437"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560046819" name="slot:body"/>
          <p:cNvSpPr>
            <a:spLocks noGrp="1"/>
          </p:cNvSpPr>
          <p:nvPr>
            <p:ph type="body" idx="1"/>
          </p:nvPr>
        </p:nvSpPr>
        <p:spPr bwMode="auto">
          <a:xfrm>
            <a:off x="762000" y="2438400"/>
            <a:ext cx="3810000" cy="2628900"/>
          </a:xfrm>
          <a:prstGeom prst="rect">
            <a:avLst/>
          </a:prstGeom>
          <a:noFill/>
          <a:ln w="0">
            <a:noFill/>
          </a:ln>
        </p:spPr>
        <p:txBody>
          <a:bodyPr wrap="square" lIns="0" tIns="0" r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body</a:t>
            </a:r>
            <a:endParaRPr/>
          </a:p>
        </p:txBody>
      </p:sp>
      <p:sp>
        <p:nvSpPr>
          <p:cNvPr id="1799321054" name="slot:figure"/>
          <p:cNvSpPr>
            <a:spLocks noGrp="1"/>
          </p:cNvSpPr>
          <p:nvPr>
            <p:ph type="pic" idx="2"/>
          </p:nvPr>
        </p:nvSpPr>
        <p:spPr bwMode="auto">
          <a:xfrm>
            <a:off x="5029200" y="2095500"/>
            <a:ext cx="6400800" cy="3238500"/>
          </a:xfrm>
          <a:prstGeom prst="rect">
            <a:avLst/>
          </a:prstGeom>
          <a:solidFill>
            <a:srgbClr val="EAF1F8"/>
          </a:solidFill>
          <a:ln w="0">
            <a:noFill/>
          </a:ln>
        </p:spPr>
        <p:txBody>
          <a:bodyPr wrap="square" lIns="0" tIns="0" rIns="0" bIns="0" anchor="t">
            <a:noAutofit/>
          </a:bodyPr>
          <a:lstStyle>
            <a:defPPr algn="ctr">
              <a:buNone/>
              <a:defRPr sz="2000" b="0">
                <a:solidFill>
                  <a:srgbClr val="52677A"/>
                </a:solidFill>
                <a:latin typeface="+mn-lt"/>
                <a:ea typeface="+mn-ea"/>
                <a:cs typeface="+mn-cs"/>
              </a:defRPr>
            </a:defPPr>
            <a:lvl1pPr algn="ctr">
              <a:buNone/>
              <a:defRPr sz="2000" b="0">
                <a:solidFill>
                  <a:srgbClr val="52677A"/>
                </a:solidFill>
                <a:latin typeface="+mn-lt"/>
                <a:ea typeface="+mn-ea"/>
                <a:cs typeface="+mn-cs"/>
              </a:defRPr>
            </a:lvl1pPr>
            <a:lvl2pPr algn="ctr">
              <a:buNone/>
              <a:defRPr sz="2000" b="0">
                <a:solidFill>
                  <a:srgbClr val="52677A"/>
                </a:solidFill>
                <a:latin typeface="+mn-lt"/>
                <a:ea typeface="+mn-ea"/>
                <a:cs typeface="+mn-cs"/>
              </a:defRPr>
            </a:lvl2pPr>
            <a:lvl3pPr algn="ctr">
              <a:buNone/>
              <a:defRPr sz="2000" b="0">
                <a:solidFill>
                  <a:srgbClr val="52677A"/>
                </a:solidFill>
                <a:latin typeface="+mn-lt"/>
                <a:ea typeface="+mn-ea"/>
                <a:cs typeface="+mn-cs"/>
              </a:defRPr>
            </a:lvl3pPr>
            <a:lvl4pPr algn="ctr">
              <a:buNone/>
              <a:defRPr sz="2000" b="0">
                <a:solidFill>
                  <a:srgbClr val="52677A"/>
                </a:solidFill>
                <a:latin typeface="+mn-lt"/>
                <a:ea typeface="+mn-ea"/>
                <a:cs typeface="+mn-cs"/>
              </a:defRPr>
            </a:lvl4pPr>
            <a:lvl5pPr algn="ctr">
              <a:buNone/>
              <a:defRPr sz="2000" b="0">
                <a:solidFill>
                  <a:srgbClr val="52677A"/>
                </a:solidFill>
                <a:latin typeface="+mn-lt"/>
                <a:ea typeface="+mn-ea"/>
                <a:cs typeface="+mn-cs"/>
              </a:defRPr>
            </a:lvl5pPr>
            <a:lvl6pPr algn="ctr">
              <a:buNone/>
              <a:defRPr sz="2000" b="0">
                <a:solidFill>
                  <a:srgbClr val="52677A"/>
                </a:solidFill>
                <a:latin typeface="+mn-lt"/>
                <a:ea typeface="+mn-ea"/>
                <a:cs typeface="+mn-cs"/>
              </a:defRPr>
            </a:lvl6pPr>
            <a:lvl7pPr algn="ctr">
              <a:buNone/>
              <a:defRPr sz="2000" b="0">
                <a:solidFill>
                  <a:srgbClr val="52677A"/>
                </a:solidFill>
                <a:latin typeface="+mn-lt"/>
                <a:ea typeface="+mn-ea"/>
                <a:cs typeface="+mn-cs"/>
              </a:defRPr>
            </a:lvl7pPr>
            <a:lvl8pPr algn="ctr">
              <a:buNone/>
              <a:defRPr sz="2000" b="0">
                <a:solidFill>
                  <a:srgbClr val="52677A"/>
                </a:solidFill>
                <a:latin typeface="+mn-lt"/>
                <a:ea typeface="+mn-ea"/>
                <a:cs typeface="+mn-cs"/>
              </a:defRPr>
            </a:lvl8pPr>
            <a:lvl9pPr algn="ctr">
              <a:buNone/>
              <a:defRPr sz="2000" b="0">
                <a:solidFill>
                  <a:srgbClr val="52677A"/>
                </a:solidFill>
                <a:latin typeface="+mn-lt"/>
                <a:ea typeface="+mn-ea"/>
                <a:cs typeface="+mn-cs"/>
              </a:defRPr>
            </a:lvl9pPr>
          </a:lstStyle>
          <a:p>
            <a:pPr lvl="0">
              <a:defRPr/>
            </a:pPr>
            <a:r>
              <a:rPr/>
              <a:t>Click to edit figure</a:t>
            </a:r>
            <a:endParaRPr/>
          </a:p>
        </p:txBody>
      </p:sp>
      <p:sp>
        <p:nvSpPr>
          <p:cNvPr id="812401340" name="slot:caption"/>
          <p:cNvSpPr>
            <a:spLocks noGrp="1"/>
          </p:cNvSpPr>
          <p:nvPr>
            <p:ph type="body" idx="3"/>
          </p:nvPr>
        </p:nvSpPr>
        <p:spPr bwMode="auto">
          <a:xfrm>
            <a:off x="5029200" y="5524500"/>
            <a:ext cx="6400800" cy="34290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caption</a:t>
            </a:r>
            <a:endParaRPr/>
          </a:p>
        </p:txBody>
      </p:sp>
      <p:sp>
        <p:nvSpPr>
          <p:cNvPr id="1339466211"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557971480"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24FD98D9-2FA1-40F9-AF3C-877D8DADBAC6}"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7 Full figure">
    <p:bg>
      <p:bgPr shadeToTitle="0">
        <a:solidFill>
          <a:srgbClr val="FFFFFF"/>
        </a:solidFill>
      </p:bgPr>
    </p:bg>
    <p:spTree>
      <p:nvGrpSpPr>
        <p:cNvPr id="1" name=""/>
        <p:cNvGrpSpPr/>
        <p:nvPr/>
      </p:nvGrpSpPr>
      <p:grpSpPr bwMode="auto">
        <a:xfrm>
          <a:off x="0" y="0"/>
          <a:ext cx="0" cy="0"/>
          <a:chOff x="0" y="0"/>
          <a:chExt cx="0" cy="0"/>
        </a:xfrm>
      </p:grpSpPr>
      <p:sp>
        <p:nvSpPr>
          <p:cNvPr id="1645377929"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1023260002" name="slot:figure"/>
          <p:cNvSpPr>
            <a:spLocks noGrp="1"/>
          </p:cNvSpPr>
          <p:nvPr>
            <p:ph type="pic" idx="1"/>
          </p:nvPr>
        </p:nvSpPr>
        <p:spPr bwMode="auto">
          <a:xfrm>
            <a:off x="762000" y="2095500"/>
            <a:ext cx="10668000" cy="3238500"/>
          </a:xfrm>
          <a:prstGeom prst="rect">
            <a:avLst/>
          </a:prstGeom>
          <a:solidFill>
            <a:srgbClr val="EAF1F8"/>
          </a:solidFill>
          <a:ln w="0">
            <a:noFill/>
          </a:ln>
        </p:spPr>
        <p:txBody>
          <a:bodyPr wrap="square" lIns="0" tIns="0" rIns="0" bIns="0" anchor="t">
            <a:noAutofit/>
          </a:bodyPr>
          <a:lstStyle>
            <a:defPPr algn="ctr">
              <a:buNone/>
              <a:defRPr sz="2200" b="0">
                <a:solidFill>
                  <a:srgbClr val="52677A"/>
                </a:solidFill>
                <a:latin typeface="+mn-lt"/>
                <a:ea typeface="+mn-ea"/>
                <a:cs typeface="+mn-cs"/>
              </a:defRPr>
            </a:defPPr>
            <a:lvl1pPr algn="ctr">
              <a:buNone/>
              <a:defRPr sz="2200" b="0">
                <a:solidFill>
                  <a:srgbClr val="52677A"/>
                </a:solidFill>
                <a:latin typeface="+mn-lt"/>
                <a:ea typeface="+mn-ea"/>
                <a:cs typeface="+mn-cs"/>
              </a:defRPr>
            </a:lvl1pPr>
            <a:lvl2pPr algn="ctr">
              <a:buNone/>
              <a:defRPr sz="2200" b="0">
                <a:solidFill>
                  <a:srgbClr val="52677A"/>
                </a:solidFill>
                <a:latin typeface="+mn-lt"/>
                <a:ea typeface="+mn-ea"/>
                <a:cs typeface="+mn-cs"/>
              </a:defRPr>
            </a:lvl2pPr>
            <a:lvl3pPr algn="ctr">
              <a:buNone/>
              <a:defRPr sz="2200" b="0">
                <a:solidFill>
                  <a:srgbClr val="52677A"/>
                </a:solidFill>
                <a:latin typeface="+mn-lt"/>
                <a:ea typeface="+mn-ea"/>
                <a:cs typeface="+mn-cs"/>
              </a:defRPr>
            </a:lvl3pPr>
            <a:lvl4pPr algn="ctr">
              <a:buNone/>
              <a:defRPr sz="2200" b="0">
                <a:solidFill>
                  <a:srgbClr val="52677A"/>
                </a:solidFill>
                <a:latin typeface="+mn-lt"/>
                <a:ea typeface="+mn-ea"/>
                <a:cs typeface="+mn-cs"/>
              </a:defRPr>
            </a:lvl4pPr>
            <a:lvl5pPr algn="ctr">
              <a:buNone/>
              <a:defRPr sz="2200" b="0">
                <a:solidFill>
                  <a:srgbClr val="52677A"/>
                </a:solidFill>
                <a:latin typeface="+mn-lt"/>
                <a:ea typeface="+mn-ea"/>
                <a:cs typeface="+mn-cs"/>
              </a:defRPr>
            </a:lvl5pPr>
            <a:lvl6pPr algn="ctr">
              <a:buNone/>
              <a:defRPr sz="2200" b="0">
                <a:solidFill>
                  <a:srgbClr val="52677A"/>
                </a:solidFill>
                <a:latin typeface="+mn-lt"/>
                <a:ea typeface="+mn-ea"/>
                <a:cs typeface="+mn-cs"/>
              </a:defRPr>
            </a:lvl6pPr>
            <a:lvl7pPr algn="ctr">
              <a:buNone/>
              <a:defRPr sz="2200" b="0">
                <a:solidFill>
                  <a:srgbClr val="52677A"/>
                </a:solidFill>
                <a:latin typeface="+mn-lt"/>
                <a:ea typeface="+mn-ea"/>
                <a:cs typeface="+mn-cs"/>
              </a:defRPr>
            </a:lvl7pPr>
            <a:lvl8pPr algn="ctr">
              <a:buNone/>
              <a:defRPr sz="2200" b="0">
                <a:solidFill>
                  <a:srgbClr val="52677A"/>
                </a:solidFill>
                <a:latin typeface="+mn-lt"/>
                <a:ea typeface="+mn-ea"/>
                <a:cs typeface="+mn-cs"/>
              </a:defRPr>
            </a:lvl8pPr>
            <a:lvl9pPr algn="ctr">
              <a:buNone/>
              <a:defRPr sz="2200" b="0">
                <a:solidFill>
                  <a:srgbClr val="52677A"/>
                </a:solidFill>
                <a:latin typeface="+mn-lt"/>
                <a:ea typeface="+mn-ea"/>
                <a:cs typeface="+mn-cs"/>
              </a:defRPr>
            </a:lvl9pPr>
          </a:lstStyle>
          <a:p>
            <a:pPr lvl="0">
              <a:defRPr/>
            </a:pPr>
            <a:r>
              <a:rPr/>
              <a:t>Click to edit figure</a:t>
            </a:r>
            <a:endParaRPr/>
          </a:p>
        </p:txBody>
      </p:sp>
      <p:sp>
        <p:nvSpPr>
          <p:cNvPr id="1872690927" name="slot:caption"/>
          <p:cNvSpPr>
            <a:spLocks noGrp="1"/>
          </p:cNvSpPr>
          <p:nvPr>
            <p:ph type="body" idx="2"/>
          </p:nvPr>
        </p:nvSpPr>
        <p:spPr bwMode="auto">
          <a:xfrm>
            <a:off x="762000" y="5524500"/>
            <a:ext cx="10668000" cy="36195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caption</a:t>
            </a:r>
            <a:endParaRPr/>
          </a:p>
        </p:txBody>
      </p:sp>
      <p:sp>
        <p:nvSpPr>
          <p:cNvPr id="1286738430"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449525627"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8 Figure comparison">
    <p:bg>
      <p:bgPr shadeToTitle="0">
        <a:solidFill>
          <a:srgbClr val="FFFFFF"/>
        </a:solidFill>
      </p:bgPr>
    </p:bg>
    <p:spTree>
      <p:nvGrpSpPr>
        <p:cNvPr id="1" name=""/>
        <p:cNvGrpSpPr/>
        <p:nvPr/>
      </p:nvGrpSpPr>
      <p:grpSpPr bwMode="auto">
        <a:xfrm>
          <a:off x="0" y="0"/>
          <a:ext cx="0" cy="0"/>
          <a:chOff x="0" y="0"/>
          <a:chExt cx="0" cy="0"/>
        </a:xfrm>
      </p:grpSpPr>
      <p:sp>
        <p:nvSpPr>
          <p:cNvPr id="2060884937"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255571238" name="slot:label-0"/>
          <p:cNvSpPr>
            <a:spLocks noGrp="1"/>
          </p:cNvSpPr>
          <p:nvPr>
            <p:ph type="body" idx="1"/>
          </p:nvPr>
        </p:nvSpPr>
        <p:spPr bwMode="auto">
          <a:xfrm>
            <a:off x="762000" y="2019300"/>
            <a:ext cx="5105400" cy="419100"/>
          </a:xfrm>
          <a:prstGeom prst="rect">
            <a:avLst/>
          </a:prstGeom>
          <a:noFill/>
          <a:ln w="0">
            <a:noFill/>
          </a:ln>
        </p:spPr>
        <p:txBody>
          <a:bodyPr wrap="square" lIns="0" tIns="0" rIns="0" bIns="0" anchor="t">
            <a:noAutofit/>
          </a:bodyPr>
          <a:lstStyle>
            <a:defPPr algn="l">
              <a:buNone/>
              <a:defRPr sz="2400" b="1">
                <a:solidFill>
                  <a:srgbClr val="182C3F"/>
                </a:solidFill>
                <a:latin typeface="+mn-lt"/>
                <a:ea typeface="+mn-ea"/>
                <a:cs typeface="+mn-cs"/>
              </a:defRPr>
            </a:defPPr>
            <a:lvl1pPr algn="l">
              <a:buNone/>
              <a:defRPr sz="2400" b="1">
                <a:solidFill>
                  <a:srgbClr val="182C3F"/>
                </a:solidFill>
                <a:latin typeface="+mn-lt"/>
                <a:ea typeface="+mn-ea"/>
                <a:cs typeface="+mn-cs"/>
              </a:defRPr>
            </a:lvl1pPr>
            <a:lvl2pPr algn="l">
              <a:buNone/>
              <a:defRPr sz="2200" b="1">
                <a:solidFill>
                  <a:srgbClr val="182C3F"/>
                </a:solidFill>
                <a:latin typeface="+mn-lt"/>
                <a:ea typeface="+mn-ea"/>
                <a:cs typeface="+mn-cs"/>
              </a:defRPr>
            </a:lvl2pPr>
            <a:lvl3pPr algn="l">
              <a:buNone/>
              <a:defRPr sz="20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defRPr/>
            </a:pPr>
            <a:r>
              <a:rPr/>
              <a:t>Click to edit label-0</a:t>
            </a:r>
            <a:endParaRPr/>
          </a:p>
        </p:txBody>
      </p:sp>
      <p:sp>
        <p:nvSpPr>
          <p:cNvPr id="308937170" name="slot:figure-0"/>
          <p:cNvSpPr>
            <a:spLocks noGrp="1"/>
          </p:cNvSpPr>
          <p:nvPr>
            <p:ph type="pic" idx="2"/>
          </p:nvPr>
        </p:nvSpPr>
        <p:spPr bwMode="auto">
          <a:xfrm>
            <a:off x="762000" y="2667000"/>
            <a:ext cx="5105400" cy="2476500"/>
          </a:xfrm>
          <a:prstGeom prst="rect">
            <a:avLst/>
          </a:prstGeom>
          <a:solidFill>
            <a:srgbClr val="EAF1F8"/>
          </a:solidFill>
          <a:ln w="0">
            <a:noFill/>
          </a:ln>
        </p:spPr>
        <p:txBody>
          <a:bodyPr wrap="square" lIns="0" tIns="0" rIns="0" bIns="0" anchor="t">
            <a:noAutofit/>
          </a:bodyPr>
          <a:lstStyle>
            <a:defPPr algn="ctr">
              <a:buNone/>
              <a:defRPr sz="2000" b="0">
                <a:solidFill>
                  <a:srgbClr val="52677A"/>
                </a:solidFill>
                <a:latin typeface="+mn-lt"/>
                <a:ea typeface="+mn-ea"/>
                <a:cs typeface="+mn-cs"/>
              </a:defRPr>
            </a:defPPr>
            <a:lvl1pPr algn="ctr">
              <a:buNone/>
              <a:defRPr sz="2000" b="0">
                <a:solidFill>
                  <a:srgbClr val="52677A"/>
                </a:solidFill>
                <a:latin typeface="+mn-lt"/>
                <a:ea typeface="+mn-ea"/>
                <a:cs typeface="+mn-cs"/>
              </a:defRPr>
            </a:lvl1pPr>
            <a:lvl2pPr algn="ctr">
              <a:buNone/>
              <a:defRPr sz="2000" b="0">
                <a:solidFill>
                  <a:srgbClr val="52677A"/>
                </a:solidFill>
                <a:latin typeface="+mn-lt"/>
                <a:ea typeface="+mn-ea"/>
                <a:cs typeface="+mn-cs"/>
              </a:defRPr>
            </a:lvl2pPr>
            <a:lvl3pPr algn="ctr">
              <a:buNone/>
              <a:defRPr sz="2000" b="0">
                <a:solidFill>
                  <a:srgbClr val="52677A"/>
                </a:solidFill>
                <a:latin typeface="+mn-lt"/>
                <a:ea typeface="+mn-ea"/>
                <a:cs typeface="+mn-cs"/>
              </a:defRPr>
            </a:lvl3pPr>
            <a:lvl4pPr algn="ctr">
              <a:buNone/>
              <a:defRPr sz="2000" b="0">
                <a:solidFill>
                  <a:srgbClr val="52677A"/>
                </a:solidFill>
                <a:latin typeface="+mn-lt"/>
                <a:ea typeface="+mn-ea"/>
                <a:cs typeface="+mn-cs"/>
              </a:defRPr>
            </a:lvl4pPr>
            <a:lvl5pPr algn="ctr">
              <a:buNone/>
              <a:defRPr sz="2000" b="0">
                <a:solidFill>
                  <a:srgbClr val="52677A"/>
                </a:solidFill>
                <a:latin typeface="+mn-lt"/>
                <a:ea typeface="+mn-ea"/>
                <a:cs typeface="+mn-cs"/>
              </a:defRPr>
            </a:lvl5pPr>
            <a:lvl6pPr algn="ctr">
              <a:buNone/>
              <a:defRPr sz="2000" b="0">
                <a:solidFill>
                  <a:srgbClr val="52677A"/>
                </a:solidFill>
                <a:latin typeface="+mn-lt"/>
                <a:ea typeface="+mn-ea"/>
                <a:cs typeface="+mn-cs"/>
              </a:defRPr>
            </a:lvl6pPr>
            <a:lvl7pPr algn="ctr">
              <a:buNone/>
              <a:defRPr sz="2000" b="0">
                <a:solidFill>
                  <a:srgbClr val="52677A"/>
                </a:solidFill>
                <a:latin typeface="+mn-lt"/>
                <a:ea typeface="+mn-ea"/>
                <a:cs typeface="+mn-cs"/>
              </a:defRPr>
            </a:lvl7pPr>
            <a:lvl8pPr algn="ctr">
              <a:buNone/>
              <a:defRPr sz="2000" b="0">
                <a:solidFill>
                  <a:srgbClr val="52677A"/>
                </a:solidFill>
                <a:latin typeface="+mn-lt"/>
                <a:ea typeface="+mn-ea"/>
                <a:cs typeface="+mn-cs"/>
              </a:defRPr>
            </a:lvl8pPr>
            <a:lvl9pPr algn="ctr">
              <a:buNone/>
              <a:defRPr sz="2000" b="0">
                <a:solidFill>
                  <a:srgbClr val="52677A"/>
                </a:solidFill>
                <a:latin typeface="+mn-lt"/>
                <a:ea typeface="+mn-ea"/>
                <a:cs typeface="+mn-cs"/>
              </a:defRPr>
            </a:lvl9pPr>
          </a:lstStyle>
          <a:p>
            <a:pPr lvl="0">
              <a:defRPr/>
            </a:pPr>
            <a:r>
              <a:rPr/>
              <a:t>Click to edit figure-0</a:t>
            </a:r>
            <a:endParaRPr/>
          </a:p>
        </p:txBody>
      </p:sp>
      <p:sp>
        <p:nvSpPr>
          <p:cNvPr id="1394920183" name="slot:label-1"/>
          <p:cNvSpPr>
            <a:spLocks noGrp="1"/>
          </p:cNvSpPr>
          <p:nvPr>
            <p:ph type="body" idx="3"/>
          </p:nvPr>
        </p:nvSpPr>
        <p:spPr bwMode="auto">
          <a:xfrm>
            <a:off x="6324600" y="2019300"/>
            <a:ext cx="5105400" cy="419100"/>
          </a:xfrm>
          <a:prstGeom prst="rect">
            <a:avLst/>
          </a:prstGeom>
          <a:noFill/>
          <a:ln w="0">
            <a:noFill/>
          </a:ln>
        </p:spPr>
        <p:txBody>
          <a:bodyPr wrap="square" lIns="0" tIns="0" rIns="0" bIns="0" anchor="t">
            <a:noAutofit/>
          </a:bodyPr>
          <a:lstStyle>
            <a:defPPr algn="l">
              <a:buNone/>
              <a:defRPr sz="2400" b="1">
                <a:solidFill>
                  <a:srgbClr val="182C3F"/>
                </a:solidFill>
                <a:latin typeface="+mn-lt"/>
                <a:ea typeface="+mn-ea"/>
                <a:cs typeface="+mn-cs"/>
              </a:defRPr>
            </a:defPPr>
            <a:lvl1pPr algn="l">
              <a:buNone/>
              <a:defRPr sz="2400" b="1">
                <a:solidFill>
                  <a:srgbClr val="182C3F"/>
                </a:solidFill>
                <a:latin typeface="+mn-lt"/>
                <a:ea typeface="+mn-ea"/>
                <a:cs typeface="+mn-cs"/>
              </a:defRPr>
            </a:lvl1pPr>
            <a:lvl2pPr algn="l">
              <a:buNone/>
              <a:defRPr sz="2200" b="1">
                <a:solidFill>
                  <a:srgbClr val="182C3F"/>
                </a:solidFill>
                <a:latin typeface="+mn-lt"/>
                <a:ea typeface="+mn-ea"/>
                <a:cs typeface="+mn-cs"/>
              </a:defRPr>
            </a:lvl2pPr>
            <a:lvl3pPr algn="l">
              <a:buNone/>
              <a:defRPr sz="20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defRPr/>
            </a:pPr>
            <a:r>
              <a:rPr/>
              <a:t>Click to edit label-1</a:t>
            </a:r>
            <a:endParaRPr/>
          </a:p>
        </p:txBody>
      </p:sp>
      <p:sp>
        <p:nvSpPr>
          <p:cNvPr id="1823034282" name="slot:figure-1"/>
          <p:cNvSpPr>
            <a:spLocks noGrp="1"/>
          </p:cNvSpPr>
          <p:nvPr>
            <p:ph type="pic" idx="4"/>
          </p:nvPr>
        </p:nvSpPr>
        <p:spPr bwMode="auto">
          <a:xfrm>
            <a:off x="6324600" y="2667000"/>
            <a:ext cx="5105400" cy="2476500"/>
          </a:xfrm>
          <a:prstGeom prst="rect">
            <a:avLst/>
          </a:prstGeom>
          <a:solidFill>
            <a:srgbClr val="EAF1F8"/>
          </a:solidFill>
          <a:ln w="0">
            <a:noFill/>
          </a:ln>
        </p:spPr>
        <p:txBody>
          <a:bodyPr wrap="square" lIns="0" tIns="0" rIns="0" bIns="0" anchor="t">
            <a:noAutofit/>
          </a:bodyPr>
          <a:lstStyle>
            <a:defPPr algn="ctr">
              <a:buNone/>
              <a:defRPr sz="2000" b="0">
                <a:solidFill>
                  <a:srgbClr val="52677A"/>
                </a:solidFill>
                <a:latin typeface="+mn-lt"/>
                <a:ea typeface="+mn-ea"/>
                <a:cs typeface="+mn-cs"/>
              </a:defRPr>
            </a:defPPr>
            <a:lvl1pPr algn="ctr">
              <a:buNone/>
              <a:defRPr sz="2000" b="0">
                <a:solidFill>
                  <a:srgbClr val="52677A"/>
                </a:solidFill>
                <a:latin typeface="+mn-lt"/>
                <a:ea typeface="+mn-ea"/>
                <a:cs typeface="+mn-cs"/>
              </a:defRPr>
            </a:lvl1pPr>
            <a:lvl2pPr algn="ctr">
              <a:buNone/>
              <a:defRPr sz="2000" b="0">
                <a:solidFill>
                  <a:srgbClr val="52677A"/>
                </a:solidFill>
                <a:latin typeface="+mn-lt"/>
                <a:ea typeface="+mn-ea"/>
                <a:cs typeface="+mn-cs"/>
              </a:defRPr>
            </a:lvl2pPr>
            <a:lvl3pPr algn="ctr">
              <a:buNone/>
              <a:defRPr sz="2000" b="0">
                <a:solidFill>
                  <a:srgbClr val="52677A"/>
                </a:solidFill>
                <a:latin typeface="+mn-lt"/>
                <a:ea typeface="+mn-ea"/>
                <a:cs typeface="+mn-cs"/>
              </a:defRPr>
            </a:lvl3pPr>
            <a:lvl4pPr algn="ctr">
              <a:buNone/>
              <a:defRPr sz="2000" b="0">
                <a:solidFill>
                  <a:srgbClr val="52677A"/>
                </a:solidFill>
                <a:latin typeface="+mn-lt"/>
                <a:ea typeface="+mn-ea"/>
                <a:cs typeface="+mn-cs"/>
              </a:defRPr>
            </a:lvl4pPr>
            <a:lvl5pPr algn="ctr">
              <a:buNone/>
              <a:defRPr sz="2000" b="0">
                <a:solidFill>
                  <a:srgbClr val="52677A"/>
                </a:solidFill>
                <a:latin typeface="+mn-lt"/>
                <a:ea typeface="+mn-ea"/>
                <a:cs typeface="+mn-cs"/>
              </a:defRPr>
            </a:lvl5pPr>
            <a:lvl6pPr algn="ctr">
              <a:buNone/>
              <a:defRPr sz="2000" b="0">
                <a:solidFill>
                  <a:srgbClr val="52677A"/>
                </a:solidFill>
                <a:latin typeface="+mn-lt"/>
                <a:ea typeface="+mn-ea"/>
                <a:cs typeface="+mn-cs"/>
              </a:defRPr>
            </a:lvl6pPr>
            <a:lvl7pPr algn="ctr">
              <a:buNone/>
              <a:defRPr sz="2000" b="0">
                <a:solidFill>
                  <a:srgbClr val="52677A"/>
                </a:solidFill>
                <a:latin typeface="+mn-lt"/>
                <a:ea typeface="+mn-ea"/>
                <a:cs typeface="+mn-cs"/>
              </a:defRPr>
            </a:lvl7pPr>
            <a:lvl8pPr algn="ctr">
              <a:buNone/>
              <a:defRPr sz="2000" b="0">
                <a:solidFill>
                  <a:srgbClr val="52677A"/>
                </a:solidFill>
                <a:latin typeface="+mn-lt"/>
                <a:ea typeface="+mn-ea"/>
                <a:cs typeface="+mn-cs"/>
              </a:defRPr>
            </a:lvl8pPr>
            <a:lvl9pPr algn="ctr">
              <a:buNone/>
              <a:defRPr sz="2000" b="0">
                <a:solidFill>
                  <a:srgbClr val="52677A"/>
                </a:solidFill>
                <a:latin typeface="+mn-lt"/>
                <a:ea typeface="+mn-ea"/>
                <a:cs typeface="+mn-cs"/>
              </a:defRPr>
            </a:lvl9pPr>
          </a:lstStyle>
          <a:p>
            <a:pPr lvl="0">
              <a:defRPr/>
            </a:pPr>
            <a:r>
              <a:rPr/>
              <a:t>Click to edit figure-1</a:t>
            </a:r>
            <a:endParaRPr/>
          </a:p>
        </p:txBody>
      </p:sp>
      <p:sp>
        <p:nvSpPr>
          <p:cNvPr id="2140908353" name="slot:caption"/>
          <p:cNvSpPr>
            <a:spLocks noGrp="1"/>
          </p:cNvSpPr>
          <p:nvPr>
            <p:ph type="body" idx="5"/>
          </p:nvPr>
        </p:nvSpPr>
        <p:spPr bwMode="auto">
          <a:xfrm>
            <a:off x="762000" y="5524500"/>
            <a:ext cx="10668000" cy="381000"/>
          </a:xfrm>
          <a:prstGeom prst="rect">
            <a:avLst/>
          </a:prstGeom>
          <a:noFill/>
          <a:ln w="0">
            <a:noFill/>
          </a:ln>
        </p:spPr>
        <p:txBody>
          <a:bodyPr wrap="square" lIns="0" tIns="0" rIns="0" bIns="0" anchor="t">
            <a:noAutofit/>
          </a:bodyPr>
          <a:lstStyle>
            <a:defPPr algn="l">
              <a:buNone/>
              <a:defRPr sz="20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caption</a:t>
            </a:r>
            <a:endParaRPr/>
          </a:p>
        </p:txBody>
      </p:sp>
      <p:sp>
        <p:nvSpPr>
          <p:cNvPr id="1229180115"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434136983"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86B6F4A-9CAF-4956-8BD7-A9CD045E793A}"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09 Workflow">
    <p:bg>
      <p:bgPr shadeToTitle="0">
        <a:solidFill>
          <a:srgbClr val="FFFFFF"/>
        </a:solidFill>
      </p:bgPr>
    </p:bg>
    <p:spTree>
      <p:nvGrpSpPr>
        <p:cNvPr id="1" name=""/>
        <p:cNvGrpSpPr/>
        <p:nvPr/>
      </p:nvGrpSpPr>
      <p:grpSpPr bwMode="auto">
        <a:xfrm>
          <a:off x="0" y="0"/>
          <a:ext cx="0" cy="0"/>
          <a:chOff x="0" y="0"/>
          <a:chExt cx="0" cy="0"/>
        </a:xfrm>
      </p:grpSpPr>
      <p:sp>
        <p:nvSpPr>
          <p:cNvPr id="1235775373"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1333205941" name="slot:step-0"/>
          <p:cNvSpPr>
            <a:spLocks noGrp="1"/>
          </p:cNvSpPr>
          <p:nvPr>
            <p:ph type="body" idx="1"/>
          </p:nvPr>
        </p:nvSpPr>
        <p:spPr bwMode="auto">
          <a:xfrm>
            <a:off x="762000" y="2800350"/>
            <a:ext cx="3048000" cy="704850"/>
          </a:xfrm>
          <a:prstGeom prst="rect">
            <a:avLst/>
          </a:prstGeom>
          <a:solidFill>
            <a:srgbClr val="EAF1F8"/>
          </a:solidFill>
          <a:ln w="0">
            <a:noFill/>
          </a:ln>
        </p:spPr>
        <p:txBody>
          <a:bodyPr wrap="square" lIns="152400" tIns="152400" rIns="152400" bIns="152400" anchor="t">
            <a:noAutofit/>
          </a:bodyPr>
          <a:lstStyle>
            <a:defPPr algn="ctr">
              <a:buNone/>
              <a:defRPr sz="2400" b="1">
                <a:solidFill>
                  <a:srgbClr val="182C3F"/>
                </a:solidFill>
                <a:latin typeface="+mn-lt"/>
                <a:ea typeface="+mn-ea"/>
                <a:cs typeface="+mn-cs"/>
              </a:defRPr>
            </a:defPPr>
            <a:lvl1pPr algn="ctr">
              <a:buNone/>
              <a:defRPr sz="2400" b="1">
                <a:solidFill>
                  <a:srgbClr val="182C3F"/>
                </a:solidFill>
                <a:latin typeface="+mn-lt"/>
                <a:ea typeface="+mn-ea"/>
                <a:cs typeface="+mn-cs"/>
              </a:defRPr>
            </a:lvl1pPr>
            <a:lvl2pPr algn="ctr">
              <a:buNone/>
              <a:defRPr sz="2200" b="1">
                <a:solidFill>
                  <a:srgbClr val="182C3F"/>
                </a:solidFill>
                <a:latin typeface="+mn-lt"/>
                <a:ea typeface="+mn-ea"/>
                <a:cs typeface="+mn-cs"/>
              </a:defRPr>
            </a:lvl2pPr>
            <a:lvl3pPr algn="ctr">
              <a:buNone/>
              <a:defRPr sz="2000" b="1">
                <a:solidFill>
                  <a:srgbClr val="182C3F"/>
                </a:solidFill>
                <a:latin typeface="+mn-lt"/>
                <a:ea typeface="+mn-ea"/>
                <a:cs typeface="+mn-cs"/>
              </a:defRPr>
            </a:lvl3pPr>
            <a:lvl4pPr algn="ctr">
              <a:buNone/>
              <a:defRPr sz="2000" b="1">
                <a:solidFill>
                  <a:srgbClr val="182C3F"/>
                </a:solidFill>
                <a:latin typeface="+mn-lt"/>
                <a:ea typeface="+mn-ea"/>
                <a:cs typeface="+mn-cs"/>
              </a:defRPr>
            </a:lvl4pPr>
            <a:lvl5pPr algn="ctr">
              <a:buNone/>
              <a:defRPr sz="2000" b="1">
                <a:solidFill>
                  <a:srgbClr val="182C3F"/>
                </a:solidFill>
                <a:latin typeface="+mn-lt"/>
                <a:ea typeface="+mn-ea"/>
                <a:cs typeface="+mn-cs"/>
              </a:defRPr>
            </a:lvl5pPr>
            <a:lvl6pPr algn="ctr">
              <a:buNone/>
              <a:defRPr sz="2000" b="1">
                <a:solidFill>
                  <a:srgbClr val="182C3F"/>
                </a:solidFill>
                <a:latin typeface="+mn-lt"/>
                <a:ea typeface="+mn-ea"/>
                <a:cs typeface="+mn-cs"/>
              </a:defRPr>
            </a:lvl6pPr>
            <a:lvl7pPr algn="ctr">
              <a:buNone/>
              <a:defRPr sz="2000" b="1">
                <a:solidFill>
                  <a:srgbClr val="182C3F"/>
                </a:solidFill>
                <a:latin typeface="+mn-lt"/>
                <a:ea typeface="+mn-ea"/>
                <a:cs typeface="+mn-cs"/>
              </a:defRPr>
            </a:lvl7pPr>
            <a:lvl8pPr algn="ctr">
              <a:buNone/>
              <a:defRPr sz="2000" b="1">
                <a:solidFill>
                  <a:srgbClr val="182C3F"/>
                </a:solidFill>
                <a:latin typeface="+mn-lt"/>
                <a:ea typeface="+mn-ea"/>
                <a:cs typeface="+mn-cs"/>
              </a:defRPr>
            </a:lvl8pPr>
            <a:lvl9pPr algn="ctr">
              <a:buNone/>
              <a:defRPr sz="2000" b="1">
                <a:solidFill>
                  <a:srgbClr val="182C3F"/>
                </a:solidFill>
                <a:latin typeface="+mn-lt"/>
                <a:ea typeface="+mn-ea"/>
                <a:cs typeface="+mn-cs"/>
              </a:defRPr>
            </a:lvl9pPr>
          </a:lstStyle>
          <a:p>
            <a:pPr lvl="0">
              <a:defRPr/>
            </a:pPr>
            <a:r>
              <a:rPr/>
              <a:t>Click to edit step-0</a:t>
            </a:r>
            <a:endParaRPr/>
          </a:p>
        </p:txBody>
      </p:sp>
      <p:sp>
        <p:nvSpPr>
          <p:cNvPr id="666825704" name="slot:step-1"/>
          <p:cNvSpPr>
            <a:spLocks noGrp="1"/>
          </p:cNvSpPr>
          <p:nvPr>
            <p:ph type="body" idx="2"/>
          </p:nvPr>
        </p:nvSpPr>
        <p:spPr bwMode="auto">
          <a:xfrm>
            <a:off x="4572000" y="2800350"/>
            <a:ext cx="3048000" cy="704850"/>
          </a:xfrm>
          <a:prstGeom prst="rect">
            <a:avLst/>
          </a:prstGeom>
          <a:solidFill>
            <a:srgbClr val="EAF1F8"/>
          </a:solidFill>
          <a:ln w="0">
            <a:noFill/>
          </a:ln>
        </p:spPr>
        <p:txBody>
          <a:bodyPr wrap="square" lIns="152400" tIns="152400" rIns="152400" bIns="152400" anchor="t">
            <a:noAutofit/>
          </a:bodyPr>
          <a:lstStyle>
            <a:defPPr algn="ctr">
              <a:buNone/>
              <a:defRPr sz="2400" b="1">
                <a:solidFill>
                  <a:srgbClr val="182C3F"/>
                </a:solidFill>
                <a:latin typeface="+mn-lt"/>
                <a:ea typeface="+mn-ea"/>
                <a:cs typeface="+mn-cs"/>
              </a:defRPr>
            </a:defPPr>
            <a:lvl1pPr algn="ctr">
              <a:buNone/>
              <a:defRPr sz="2400" b="1">
                <a:solidFill>
                  <a:srgbClr val="182C3F"/>
                </a:solidFill>
                <a:latin typeface="+mn-lt"/>
                <a:ea typeface="+mn-ea"/>
                <a:cs typeface="+mn-cs"/>
              </a:defRPr>
            </a:lvl1pPr>
            <a:lvl2pPr algn="ctr">
              <a:buNone/>
              <a:defRPr sz="2200" b="1">
                <a:solidFill>
                  <a:srgbClr val="182C3F"/>
                </a:solidFill>
                <a:latin typeface="+mn-lt"/>
                <a:ea typeface="+mn-ea"/>
                <a:cs typeface="+mn-cs"/>
              </a:defRPr>
            </a:lvl2pPr>
            <a:lvl3pPr algn="ctr">
              <a:buNone/>
              <a:defRPr sz="2000" b="1">
                <a:solidFill>
                  <a:srgbClr val="182C3F"/>
                </a:solidFill>
                <a:latin typeface="+mn-lt"/>
                <a:ea typeface="+mn-ea"/>
                <a:cs typeface="+mn-cs"/>
              </a:defRPr>
            </a:lvl3pPr>
            <a:lvl4pPr algn="ctr">
              <a:buNone/>
              <a:defRPr sz="2000" b="1">
                <a:solidFill>
                  <a:srgbClr val="182C3F"/>
                </a:solidFill>
                <a:latin typeface="+mn-lt"/>
                <a:ea typeface="+mn-ea"/>
                <a:cs typeface="+mn-cs"/>
              </a:defRPr>
            </a:lvl4pPr>
            <a:lvl5pPr algn="ctr">
              <a:buNone/>
              <a:defRPr sz="2000" b="1">
                <a:solidFill>
                  <a:srgbClr val="182C3F"/>
                </a:solidFill>
                <a:latin typeface="+mn-lt"/>
                <a:ea typeface="+mn-ea"/>
                <a:cs typeface="+mn-cs"/>
              </a:defRPr>
            </a:lvl5pPr>
            <a:lvl6pPr algn="ctr">
              <a:buNone/>
              <a:defRPr sz="2000" b="1">
                <a:solidFill>
                  <a:srgbClr val="182C3F"/>
                </a:solidFill>
                <a:latin typeface="+mn-lt"/>
                <a:ea typeface="+mn-ea"/>
                <a:cs typeface="+mn-cs"/>
              </a:defRPr>
            </a:lvl6pPr>
            <a:lvl7pPr algn="ctr">
              <a:buNone/>
              <a:defRPr sz="2000" b="1">
                <a:solidFill>
                  <a:srgbClr val="182C3F"/>
                </a:solidFill>
                <a:latin typeface="+mn-lt"/>
                <a:ea typeface="+mn-ea"/>
                <a:cs typeface="+mn-cs"/>
              </a:defRPr>
            </a:lvl7pPr>
            <a:lvl8pPr algn="ctr">
              <a:buNone/>
              <a:defRPr sz="2000" b="1">
                <a:solidFill>
                  <a:srgbClr val="182C3F"/>
                </a:solidFill>
                <a:latin typeface="+mn-lt"/>
                <a:ea typeface="+mn-ea"/>
                <a:cs typeface="+mn-cs"/>
              </a:defRPr>
            </a:lvl8pPr>
            <a:lvl9pPr algn="ctr">
              <a:buNone/>
              <a:defRPr sz="2000" b="1">
                <a:solidFill>
                  <a:srgbClr val="182C3F"/>
                </a:solidFill>
                <a:latin typeface="+mn-lt"/>
                <a:ea typeface="+mn-ea"/>
                <a:cs typeface="+mn-cs"/>
              </a:defRPr>
            </a:lvl9pPr>
          </a:lstStyle>
          <a:p>
            <a:pPr lvl="0">
              <a:defRPr/>
            </a:pPr>
            <a:r>
              <a:rPr/>
              <a:t>Click to edit step-1</a:t>
            </a:r>
            <a:endParaRPr/>
          </a:p>
        </p:txBody>
      </p:sp>
      <p:sp>
        <p:nvSpPr>
          <p:cNvPr id="1499210887" name="slot:step-2"/>
          <p:cNvSpPr>
            <a:spLocks noGrp="1"/>
          </p:cNvSpPr>
          <p:nvPr>
            <p:ph type="body" idx="3"/>
          </p:nvPr>
        </p:nvSpPr>
        <p:spPr bwMode="auto">
          <a:xfrm>
            <a:off x="8382000" y="2800350"/>
            <a:ext cx="3048000" cy="704850"/>
          </a:xfrm>
          <a:prstGeom prst="rect">
            <a:avLst/>
          </a:prstGeom>
          <a:solidFill>
            <a:srgbClr val="EAF1F8"/>
          </a:solidFill>
          <a:ln w="0">
            <a:noFill/>
          </a:ln>
        </p:spPr>
        <p:txBody>
          <a:bodyPr wrap="square" lIns="152400" tIns="152400" rIns="152400" bIns="152400" anchor="t">
            <a:noAutofit/>
          </a:bodyPr>
          <a:lstStyle>
            <a:defPPr algn="ctr">
              <a:buNone/>
              <a:defRPr sz="2400" b="1">
                <a:solidFill>
                  <a:srgbClr val="182C3F"/>
                </a:solidFill>
                <a:latin typeface="+mn-lt"/>
                <a:ea typeface="+mn-ea"/>
                <a:cs typeface="+mn-cs"/>
              </a:defRPr>
            </a:defPPr>
            <a:lvl1pPr algn="ctr">
              <a:buNone/>
              <a:defRPr sz="2400" b="1">
                <a:solidFill>
                  <a:srgbClr val="182C3F"/>
                </a:solidFill>
                <a:latin typeface="+mn-lt"/>
                <a:ea typeface="+mn-ea"/>
                <a:cs typeface="+mn-cs"/>
              </a:defRPr>
            </a:lvl1pPr>
            <a:lvl2pPr algn="ctr">
              <a:buNone/>
              <a:defRPr sz="2200" b="1">
                <a:solidFill>
                  <a:srgbClr val="182C3F"/>
                </a:solidFill>
                <a:latin typeface="+mn-lt"/>
                <a:ea typeface="+mn-ea"/>
                <a:cs typeface="+mn-cs"/>
              </a:defRPr>
            </a:lvl2pPr>
            <a:lvl3pPr algn="ctr">
              <a:buNone/>
              <a:defRPr sz="2000" b="1">
                <a:solidFill>
                  <a:srgbClr val="182C3F"/>
                </a:solidFill>
                <a:latin typeface="+mn-lt"/>
                <a:ea typeface="+mn-ea"/>
                <a:cs typeface="+mn-cs"/>
              </a:defRPr>
            </a:lvl3pPr>
            <a:lvl4pPr algn="ctr">
              <a:buNone/>
              <a:defRPr sz="2000" b="1">
                <a:solidFill>
                  <a:srgbClr val="182C3F"/>
                </a:solidFill>
                <a:latin typeface="+mn-lt"/>
                <a:ea typeface="+mn-ea"/>
                <a:cs typeface="+mn-cs"/>
              </a:defRPr>
            </a:lvl4pPr>
            <a:lvl5pPr algn="ctr">
              <a:buNone/>
              <a:defRPr sz="2000" b="1">
                <a:solidFill>
                  <a:srgbClr val="182C3F"/>
                </a:solidFill>
                <a:latin typeface="+mn-lt"/>
                <a:ea typeface="+mn-ea"/>
                <a:cs typeface="+mn-cs"/>
              </a:defRPr>
            </a:lvl5pPr>
            <a:lvl6pPr algn="ctr">
              <a:buNone/>
              <a:defRPr sz="2000" b="1">
                <a:solidFill>
                  <a:srgbClr val="182C3F"/>
                </a:solidFill>
                <a:latin typeface="+mn-lt"/>
                <a:ea typeface="+mn-ea"/>
                <a:cs typeface="+mn-cs"/>
              </a:defRPr>
            </a:lvl6pPr>
            <a:lvl7pPr algn="ctr">
              <a:buNone/>
              <a:defRPr sz="2000" b="1">
                <a:solidFill>
                  <a:srgbClr val="182C3F"/>
                </a:solidFill>
                <a:latin typeface="+mn-lt"/>
                <a:ea typeface="+mn-ea"/>
                <a:cs typeface="+mn-cs"/>
              </a:defRPr>
            </a:lvl7pPr>
            <a:lvl8pPr algn="ctr">
              <a:buNone/>
              <a:defRPr sz="2000" b="1">
                <a:solidFill>
                  <a:srgbClr val="182C3F"/>
                </a:solidFill>
                <a:latin typeface="+mn-lt"/>
                <a:ea typeface="+mn-ea"/>
                <a:cs typeface="+mn-cs"/>
              </a:defRPr>
            </a:lvl8pPr>
            <a:lvl9pPr algn="ctr">
              <a:buNone/>
              <a:defRPr sz="2000" b="1">
                <a:solidFill>
                  <a:srgbClr val="182C3F"/>
                </a:solidFill>
                <a:latin typeface="+mn-lt"/>
                <a:ea typeface="+mn-ea"/>
                <a:cs typeface="+mn-cs"/>
              </a:defRPr>
            </a:lvl9pPr>
          </a:lstStyle>
          <a:p>
            <a:pPr lvl="0">
              <a:defRPr/>
            </a:pPr>
            <a:r>
              <a:rPr/>
              <a:t>Click to edit step-2</a:t>
            </a:r>
            <a:endParaRPr/>
          </a:p>
        </p:txBody>
      </p:sp>
      <p:sp>
        <p:nvSpPr>
          <p:cNvPr id="277737230" name="slot:context"/>
          <p:cNvSpPr>
            <a:spLocks noGrp="1"/>
          </p:cNvSpPr>
          <p:nvPr>
            <p:ph type="body" idx="4"/>
          </p:nvPr>
        </p:nvSpPr>
        <p:spPr bwMode="auto">
          <a:xfrm>
            <a:off x="762000" y="4667250"/>
            <a:ext cx="10668000" cy="742950"/>
          </a:xfrm>
          <a:prstGeom prst="rect">
            <a:avLst/>
          </a:prstGeom>
          <a:noFill/>
          <a:ln w="0">
            <a:noFill/>
          </a:ln>
        </p:spPr>
        <p:txBody>
          <a:bodyPr wrap="square" lIns="0" tIns="0" r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2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context</a:t>
            </a:r>
            <a:endParaRPr/>
          </a:p>
        </p:txBody>
      </p:sp>
      <p:sp>
        <p:nvSpPr>
          <p:cNvPr id="332314585"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48763272"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910F3D4D-9A0E-4C40-B6DF-FA807ED1CD0E}"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0 Bar chart">
    <p:bg>
      <p:bgPr shadeToTitle="0">
        <a:solidFill>
          <a:srgbClr val="FFFFFF"/>
        </a:solidFill>
      </p:bgPr>
    </p:bg>
    <p:spTree>
      <p:nvGrpSpPr>
        <p:cNvPr id="1" name=""/>
        <p:cNvGrpSpPr/>
        <p:nvPr/>
      </p:nvGrpSpPr>
      <p:grpSpPr bwMode="auto">
        <a:xfrm>
          <a:off x="0" y="0"/>
          <a:ext cx="0" cy="0"/>
          <a:chOff x="0" y="0"/>
          <a:chExt cx="0" cy="0"/>
        </a:xfrm>
      </p:grpSpPr>
      <p:sp>
        <p:nvSpPr>
          <p:cNvPr id="1836167491"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1769569457" name="slot:takeaway"/>
          <p:cNvSpPr>
            <a:spLocks noGrp="1"/>
          </p:cNvSpPr>
          <p:nvPr>
            <p:ph type="body" idx="1"/>
          </p:nvPr>
        </p:nvSpPr>
        <p:spPr bwMode="auto">
          <a:xfrm>
            <a:off x="8629650" y="2628900"/>
            <a:ext cx="2800350" cy="1809750"/>
          </a:xfrm>
          <a:prstGeom prst="rect">
            <a:avLst/>
          </a:prstGeom>
          <a:noFill/>
          <a:ln w="0">
            <a:noFill/>
          </a:ln>
        </p:spPr>
        <p:txBody>
          <a:bodyPr wrap="square" lIns="0" tIns="0" rIns="0" bIns="0" anchor="t">
            <a:noAutofit/>
          </a:bodyPr>
          <a:lstStyle>
            <a:defPPr algn="l">
              <a:buNone/>
              <a:defRPr sz="3200" b="0">
                <a:solidFill>
                  <a:srgbClr val="142D45"/>
                </a:solidFill>
                <a:latin typeface="+mj-lt"/>
                <a:ea typeface="+mj-ea"/>
                <a:cs typeface="+mj-cs"/>
              </a:defRPr>
            </a:defPPr>
            <a:lvl1pPr algn="l">
              <a:buNone/>
              <a:defRPr sz="3200" b="0">
                <a:solidFill>
                  <a:srgbClr val="142D45"/>
                </a:solidFill>
                <a:latin typeface="+mj-lt"/>
                <a:ea typeface="+mj-ea"/>
                <a:cs typeface="+mj-cs"/>
              </a:defRPr>
            </a:lvl1pPr>
            <a:lvl2pPr algn="l">
              <a:buNone/>
              <a:defRPr sz="3000" b="0">
                <a:solidFill>
                  <a:srgbClr val="142D45"/>
                </a:solidFill>
                <a:latin typeface="+mj-lt"/>
                <a:ea typeface="+mj-ea"/>
                <a:cs typeface="+mj-cs"/>
              </a:defRPr>
            </a:lvl2pPr>
            <a:lvl3pPr algn="l">
              <a:buNone/>
              <a:defRPr sz="2800" b="0">
                <a:solidFill>
                  <a:srgbClr val="142D45"/>
                </a:solidFill>
                <a:latin typeface="+mj-lt"/>
                <a:ea typeface="+mj-ea"/>
                <a:cs typeface="+mj-cs"/>
              </a:defRPr>
            </a:lvl3pPr>
            <a:lvl4pPr algn="l">
              <a:buNone/>
              <a:defRPr sz="2600" b="0">
                <a:solidFill>
                  <a:srgbClr val="142D45"/>
                </a:solidFill>
                <a:latin typeface="+mj-lt"/>
                <a:ea typeface="+mj-ea"/>
                <a:cs typeface="+mj-cs"/>
              </a:defRPr>
            </a:lvl4pPr>
            <a:lvl5pPr algn="l">
              <a:buNone/>
              <a:defRPr sz="2400" b="0">
                <a:solidFill>
                  <a:srgbClr val="142D45"/>
                </a:solidFill>
                <a:latin typeface="+mj-lt"/>
                <a:ea typeface="+mj-ea"/>
                <a:cs typeface="+mj-cs"/>
              </a:defRPr>
            </a:lvl5pPr>
            <a:lvl6pPr algn="l">
              <a:buNone/>
              <a:defRPr sz="2200" b="0">
                <a:solidFill>
                  <a:srgbClr val="142D45"/>
                </a:solidFill>
                <a:latin typeface="+mj-lt"/>
                <a:ea typeface="+mj-ea"/>
                <a:cs typeface="+mj-cs"/>
              </a:defRPr>
            </a:lvl6pPr>
            <a:lvl7pPr algn="l">
              <a:buNone/>
              <a:defRPr sz="2000" b="0">
                <a:solidFill>
                  <a:srgbClr val="142D45"/>
                </a:solidFill>
                <a:latin typeface="+mj-lt"/>
                <a:ea typeface="+mj-ea"/>
                <a:cs typeface="+mj-cs"/>
              </a:defRPr>
            </a:lvl7pPr>
            <a:lvl8pPr algn="l">
              <a:buNone/>
              <a:defRPr sz="2000" b="0">
                <a:solidFill>
                  <a:srgbClr val="142D45"/>
                </a:solidFill>
                <a:latin typeface="+mj-lt"/>
                <a:ea typeface="+mj-ea"/>
                <a:cs typeface="+mj-cs"/>
              </a:defRPr>
            </a:lvl8pPr>
            <a:lvl9pPr algn="l">
              <a:buNone/>
              <a:defRPr sz="2000" b="0">
                <a:solidFill>
                  <a:srgbClr val="142D45"/>
                </a:solidFill>
                <a:latin typeface="+mj-lt"/>
                <a:ea typeface="+mj-ea"/>
                <a:cs typeface="+mj-cs"/>
              </a:defRPr>
            </a:lvl9pPr>
          </a:lstStyle>
          <a:p>
            <a:pPr lvl="0">
              <a:defRPr/>
            </a:pPr>
            <a:r>
              <a:rPr/>
              <a:t>Click to edit takeaway</a:t>
            </a:r>
            <a:endParaRPr/>
          </a:p>
        </p:txBody>
      </p:sp>
      <p:sp>
        <p:nvSpPr>
          <p:cNvPr id="1828672025" name="slot:caveat"/>
          <p:cNvSpPr>
            <a:spLocks noGrp="1"/>
          </p:cNvSpPr>
          <p:nvPr>
            <p:ph type="body" idx="2"/>
          </p:nvPr>
        </p:nvSpPr>
        <p:spPr bwMode="auto">
          <a:xfrm>
            <a:off x="8629650" y="5086350"/>
            <a:ext cx="2800350" cy="66675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caveat</a:t>
            </a:r>
            <a:endParaRPr/>
          </a:p>
        </p:txBody>
      </p:sp>
      <p:sp>
        <p:nvSpPr>
          <p:cNvPr id="407726983" name="slot:evidence"/>
          <p:cNvSpPr>
            <a:spLocks noGrp="1"/>
          </p:cNvSpPr>
          <p:nvPr>
            <p:ph type="chart" idx="3"/>
          </p:nvPr>
        </p:nvSpPr>
        <p:spPr bwMode="auto">
          <a:xfrm>
            <a:off x="762000" y="2305050"/>
            <a:ext cx="7334250" cy="3390900"/>
          </a:xfrm>
          <a:prstGeom prst="rect">
            <a:avLst/>
          </a:prstGeom>
          <a:noFill/>
          <a:ln w="0">
            <a:noFill/>
          </a:ln>
        </p:spPr>
        <p:txBody>
          <a:bodyPr wrap="square" lIns="0" tIns="0" r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defRPr/>
            </a:pPr>
            <a:r>
              <a:rPr/>
              <a:t>Click to edit evidence</a:t>
            </a:r>
            <a:endParaRPr/>
          </a:p>
        </p:txBody>
      </p:sp>
      <p:sp>
        <p:nvSpPr>
          <p:cNvPr id="835656130"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514620555"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6030D5E5-8F3E-49A1-8F75-717AD69BBC26}"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1 Line chart">
    <p:bg>
      <p:bgPr shadeToTitle="0">
        <a:solidFill>
          <a:srgbClr val="FFFFFF"/>
        </a:solidFill>
      </p:bgPr>
    </p:bg>
    <p:spTree>
      <p:nvGrpSpPr>
        <p:cNvPr id="1" name=""/>
        <p:cNvGrpSpPr/>
        <p:nvPr/>
      </p:nvGrpSpPr>
      <p:grpSpPr bwMode="auto">
        <a:xfrm>
          <a:off x="0" y="0"/>
          <a:ext cx="0" cy="0"/>
          <a:chOff x="0" y="0"/>
          <a:chExt cx="0" cy="0"/>
        </a:xfrm>
      </p:grpSpPr>
      <p:sp>
        <p:nvSpPr>
          <p:cNvPr id="726802085"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791051794" name="slot:takeaway"/>
          <p:cNvSpPr>
            <a:spLocks noGrp="1"/>
          </p:cNvSpPr>
          <p:nvPr>
            <p:ph type="body" idx="1"/>
          </p:nvPr>
        </p:nvSpPr>
        <p:spPr bwMode="auto">
          <a:xfrm>
            <a:off x="8629650" y="2724150"/>
            <a:ext cx="2800350" cy="1333500"/>
          </a:xfrm>
          <a:prstGeom prst="rect">
            <a:avLst/>
          </a:prstGeom>
          <a:noFill/>
          <a:ln w="0">
            <a:noFill/>
          </a:ln>
        </p:spPr>
        <p:txBody>
          <a:bodyPr wrap="square" lIns="0" tIns="0" rIns="0" bIns="0" anchor="t">
            <a:noAutofit/>
          </a:bodyPr>
          <a:lstStyle>
            <a:defPPr algn="l">
              <a:buNone/>
              <a:defRPr sz="3000" b="0">
                <a:solidFill>
                  <a:srgbClr val="142D45"/>
                </a:solidFill>
                <a:latin typeface="+mj-lt"/>
                <a:ea typeface="+mj-ea"/>
                <a:cs typeface="+mj-cs"/>
              </a:defRPr>
            </a:defPPr>
            <a:lvl1pPr algn="l">
              <a:buNone/>
              <a:defRPr sz="3000" b="0">
                <a:solidFill>
                  <a:srgbClr val="142D45"/>
                </a:solidFill>
                <a:latin typeface="+mj-lt"/>
                <a:ea typeface="+mj-ea"/>
                <a:cs typeface="+mj-cs"/>
              </a:defRPr>
            </a:lvl1pPr>
            <a:lvl2pPr algn="l">
              <a:buNone/>
              <a:defRPr sz="2800" b="0">
                <a:solidFill>
                  <a:srgbClr val="142D45"/>
                </a:solidFill>
                <a:latin typeface="+mj-lt"/>
                <a:ea typeface="+mj-ea"/>
                <a:cs typeface="+mj-cs"/>
              </a:defRPr>
            </a:lvl2pPr>
            <a:lvl3pPr algn="l">
              <a:buNone/>
              <a:defRPr sz="2600" b="0">
                <a:solidFill>
                  <a:srgbClr val="142D45"/>
                </a:solidFill>
                <a:latin typeface="+mj-lt"/>
                <a:ea typeface="+mj-ea"/>
                <a:cs typeface="+mj-cs"/>
              </a:defRPr>
            </a:lvl3pPr>
            <a:lvl4pPr algn="l">
              <a:buNone/>
              <a:defRPr sz="2400" b="0">
                <a:solidFill>
                  <a:srgbClr val="142D45"/>
                </a:solidFill>
                <a:latin typeface="+mj-lt"/>
                <a:ea typeface="+mj-ea"/>
                <a:cs typeface="+mj-cs"/>
              </a:defRPr>
            </a:lvl4pPr>
            <a:lvl5pPr algn="l">
              <a:buNone/>
              <a:defRPr sz="2200" b="0">
                <a:solidFill>
                  <a:srgbClr val="142D45"/>
                </a:solidFill>
                <a:latin typeface="+mj-lt"/>
                <a:ea typeface="+mj-ea"/>
                <a:cs typeface="+mj-cs"/>
              </a:defRPr>
            </a:lvl5pPr>
            <a:lvl6pPr algn="l">
              <a:buNone/>
              <a:defRPr sz="2000" b="0">
                <a:solidFill>
                  <a:srgbClr val="142D45"/>
                </a:solidFill>
                <a:latin typeface="+mj-lt"/>
                <a:ea typeface="+mj-ea"/>
                <a:cs typeface="+mj-cs"/>
              </a:defRPr>
            </a:lvl6pPr>
            <a:lvl7pPr algn="l">
              <a:buNone/>
              <a:defRPr sz="2000" b="0">
                <a:solidFill>
                  <a:srgbClr val="142D45"/>
                </a:solidFill>
                <a:latin typeface="+mj-lt"/>
                <a:ea typeface="+mj-ea"/>
                <a:cs typeface="+mj-cs"/>
              </a:defRPr>
            </a:lvl7pPr>
            <a:lvl8pPr algn="l">
              <a:buNone/>
              <a:defRPr sz="2000" b="0">
                <a:solidFill>
                  <a:srgbClr val="142D45"/>
                </a:solidFill>
                <a:latin typeface="+mj-lt"/>
                <a:ea typeface="+mj-ea"/>
                <a:cs typeface="+mj-cs"/>
              </a:defRPr>
            </a:lvl8pPr>
            <a:lvl9pPr algn="l">
              <a:buNone/>
              <a:defRPr sz="2000" b="0">
                <a:solidFill>
                  <a:srgbClr val="142D45"/>
                </a:solidFill>
                <a:latin typeface="+mj-lt"/>
                <a:ea typeface="+mj-ea"/>
                <a:cs typeface="+mj-cs"/>
              </a:defRPr>
            </a:lvl9pPr>
          </a:lstStyle>
          <a:p>
            <a:pPr lvl="0">
              <a:defRPr/>
            </a:pPr>
            <a:r>
              <a:rPr/>
              <a:t>Click to edit takeaway</a:t>
            </a:r>
            <a:endParaRPr/>
          </a:p>
        </p:txBody>
      </p:sp>
      <p:sp>
        <p:nvSpPr>
          <p:cNvPr id="176699894" name="slot:caveat"/>
          <p:cNvSpPr>
            <a:spLocks noGrp="1"/>
          </p:cNvSpPr>
          <p:nvPr>
            <p:ph type="body" idx="2"/>
          </p:nvPr>
        </p:nvSpPr>
        <p:spPr bwMode="auto">
          <a:xfrm>
            <a:off x="8629650" y="5067300"/>
            <a:ext cx="2800350" cy="66675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caveat</a:t>
            </a:r>
            <a:endParaRPr/>
          </a:p>
        </p:txBody>
      </p:sp>
      <p:sp>
        <p:nvSpPr>
          <p:cNvPr id="167554291" name="slot:evidence"/>
          <p:cNvSpPr>
            <a:spLocks noGrp="1"/>
          </p:cNvSpPr>
          <p:nvPr>
            <p:ph type="chart" idx="3"/>
          </p:nvPr>
        </p:nvSpPr>
        <p:spPr bwMode="auto">
          <a:xfrm>
            <a:off x="762000" y="2305050"/>
            <a:ext cx="7334250" cy="3390900"/>
          </a:xfrm>
          <a:prstGeom prst="rect">
            <a:avLst/>
          </a:prstGeom>
          <a:noFill/>
          <a:ln w="0">
            <a:noFill/>
          </a:ln>
        </p:spPr>
        <p:txBody>
          <a:bodyPr wrap="square" lIns="0" tIns="0" r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defRPr/>
            </a:pPr>
            <a:r>
              <a:rPr/>
              <a:t>Click to edit evidence</a:t>
            </a:r>
            <a:endParaRPr/>
          </a:p>
        </p:txBody>
      </p:sp>
      <p:sp>
        <p:nvSpPr>
          <p:cNvPr id="887748796"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656897283"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6DEF7BEE-DCC4-4A04-A3C3-3CE98E336F26}"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2 Results table">
    <p:bg>
      <p:bgPr shadeToTitle="0">
        <a:solidFill>
          <a:srgbClr val="FFFFFF"/>
        </a:solidFill>
      </p:bgPr>
    </p:bg>
    <p:spTree>
      <p:nvGrpSpPr>
        <p:cNvPr id="1" name=""/>
        <p:cNvGrpSpPr/>
        <p:nvPr/>
      </p:nvGrpSpPr>
      <p:grpSpPr bwMode="auto">
        <a:xfrm>
          <a:off x="0" y="0"/>
          <a:ext cx="0" cy="0"/>
          <a:chOff x="0" y="0"/>
          <a:chExt cx="0" cy="0"/>
        </a:xfrm>
      </p:grpSpPr>
      <p:sp>
        <p:nvSpPr>
          <p:cNvPr id="1881312436"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970258183" name="slot:caption"/>
          <p:cNvSpPr>
            <a:spLocks noGrp="1"/>
          </p:cNvSpPr>
          <p:nvPr>
            <p:ph type="body" idx="1"/>
          </p:nvPr>
        </p:nvSpPr>
        <p:spPr bwMode="auto">
          <a:xfrm>
            <a:off x="762000" y="5543550"/>
            <a:ext cx="10668000" cy="36195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caption</a:t>
            </a:r>
            <a:endParaRPr/>
          </a:p>
        </p:txBody>
      </p:sp>
      <p:sp>
        <p:nvSpPr>
          <p:cNvPr id="221629843" name="slot:evidence"/>
          <p:cNvSpPr>
            <a:spLocks noGrp="1"/>
          </p:cNvSpPr>
          <p:nvPr>
            <p:ph type="tbl" idx="2"/>
          </p:nvPr>
        </p:nvSpPr>
        <p:spPr bwMode="auto">
          <a:xfrm>
            <a:off x="762000" y="2362199"/>
            <a:ext cx="10668000" cy="2857500"/>
          </a:xfrm>
          <a:prstGeom prst="rect">
            <a:avLst/>
          </a:prstGeom>
          <a:noFill/>
          <a:ln w="0">
            <a:noFill/>
          </a:ln>
        </p:spPr>
        <p:txBody>
          <a:bodyPr wrap="square" lIns="0" tIns="0" r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defRPr/>
            </a:pPr>
            <a:r>
              <a:rPr/>
              <a:t>Click to edit evidence</a:t>
            </a:r>
            <a:endParaRPr/>
          </a:p>
        </p:txBody>
      </p:sp>
      <p:sp>
        <p:nvSpPr>
          <p:cNvPr id="571275718"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2081297937"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3 Ablation table">
    <p:bg>
      <p:bgPr shadeToTitle="0">
        <a:solidFill>
          <a:srgbClr val="FFFFFF"/>
        </a:solidFill>
      </p:bgPr>
    </p:bg>
    <p:spTree>
      <p:nvGrpSpPr>
        <p:cNvPr id="1" name=""/>
        <p:cNvGrpSpPr/>
        <p:nvPr/>
      </p:nvGrpSpPr>
      <p:grpSpPr bwMode="auto">
        <a:xfrm>
          <a:off x="0" y="0"/>
          <a:ext cx="0" cy="0"/>
          <a:chOff x="0" y="0"/>
          <a:chExt cx="0" cy="0"/>
        </a:xfrm>
      </p:grpSpPr>
      <p:sp>
        <p:nvSpPr>
          <p:cNvPr id="680078343"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2044507288" name="slot:caption"/>
          <p:cNvSpPr>
            <a:spLocks noGrp="1"/>
          </p:cNvSpPr>
          <p:nvPr>
            <p:ph type="body" idx="1"/>
          </p:nvPr>
        </p:nvSpPr>
        <p:spPr bwMode="auto">
          <a:xfrm>
            <a:off x="762000" y="5543550"/>
            <a:ext cx="10668000" cy="36195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caption</a:t>
            </a:r>
            <a:endParaRPr/>
          </a:p>
        </p:txBody>
      </p:sp>
      <p:sp>
        <p:nvSpPr>
          <p:cNvPr id="1948693532" name="slot:evidence"/>
          <p:cNvSpPr>
            <a:spLocks noGrp="1"/>
          </p:cNvSpPr>
          <p:nvPr>
            <p:ph type="tbl" idx="2"/>
          </p:nvPr>
        </p:nvSpPr>
        <p:spPr bwMode="auto">
          <a:xfrm>
            <a:off x="762000" y="2362199"/>
            <a:ext cx="10668000" cy="2857500"/>
          </a:xfrm>
          <a:prstGeom prst="rect">
            <a:avLst/>
          </a:prstGeom>
          <a:noFill/>
          <a:ln w="0">
            <a:noFill/>
          </a:ln>
        </p:spPr>
        <p:txBody>
          <a:bodyPr wrap="square" lIns="0" tIns="0" rIns="0" bIns="0" anchor="t">
            <a:noAutofit/>
          </a:bodyPr>
          <a:lstStyle>
            <a:defPPr algn="l">
              <a:buNone/>
              <a:defRPr sz="1800" b="0">
                <a:solidFill>
                  <a:srgbClr val="182C3F"/>
                </a:solidFill>
                <a:latin typeface="+mn-lt"/>
                <a:ea typeface="+mn-ea"/>
                <a:cs typeface="+mn-cs"/>
              </a:defRPr>
            </a:defPPr>
            <a:lvl1pPr algn="l">
              <a:buNone/>
              <a:defRPr sz="1800" b="0">
                <a:solidFill>
                  <a:srgbClr val="182C3F"/>
                </a:solidFill>
                <a:latin typeface="+mn-lt"/>
                <a:ea typeface="+mn-ea"/>
                <a:cs typeface="+mn-cs"/>
              </a:defRPr>
            </a:lvl1pPr>
            <a:lvl2pPr algn="l">
              <a:buNone/>
              <a:defRPr sz="1800" b="0">
                <a:solidFill>
                  <a:srgbClr val="182C3F"/>
                </a:solidFill>
                <a:latin typeface="+mn-lt"/>
                <a:ea typeface="+mn-ea"/>
                <a:cs typeface="+mn-cs"/>
              </a:defRPr>
            </a:lvl2pPr>
            <a:lvl3pPr algn="l">
              <a:buNone/>
              <a:defRPr sz="1800" b="0">
                <a:solidFill>
                  <a:srgbClr val="182C3F"/>
                </a:solidFill>
                <a:latin typeface="+mn-lt"/>
                <a:ea typeface="+mn-ea"/>
                <a:cs typeface="+mn-cs"/>
              </a:defRPr>
            </a:lvl3pPr>
            <a:lvl4pPr algn="l">
              <a:buNone/>
              <a:defRPr sz="1800" b="0">
                <a:solidFill>
                  <a:srgbClr val="182C3F"/>
                </a:solidFill>
                <a:latin typeface="+mn-lt"/>
                <a:ea typeface="+mn-ea"/>
                <a:cs typeface="+mn-cs"/>
              </a:defRPr>
            </a:lvl4pPr>
            <a:lvl5pPr algn="l">
              <a:buNone/>
              <a:defRPr sz="1800" b="0">
                <a:solidFill>
                  <a:srgbClr val="182C3F"/>
                </a:solidFill>
                <a:latin typeface="+mn-lt"/>
                <a:ea typeface="+mn-ea"/>
                <a:cs typeface="+mn-cs"/>
              </a:defRPr>
            </a:lvl5pPr>
            <a:lvl6pPr algn="l">
              <a:buNone/>
              <a:defRPr sz="1800" b="0">
                <a:solidFill>
                  <a:srgbClr val="182C3F"/>
                </a:solidFill>
                <a:latin typeface="+mn-lt"/>
                <a:ea typeface="+mn-ea"/>
                <a:cs typeface="+mn-cs"/>
              </a:defRPr>
            </a:lvl6pPr>
            <a:lvl7pPr algn="l">
              <a:buNone/>
              <a:defRPr sz="1800" b="0">
                <a:solidFill>
                  <a:srgbClr val="182C3F"/>
                </a:solidFill>
                <a:latin typeface="+mn-lt"/>
                <a:ea typeface="+mn-ea"/>
                <a:cs typeface="+mn-cs"/>
              </a:defRPr>
            </a:lvl7pPr>
            <a:lvl8pPr algn="l">
              <a:buNone/>
              <a:defRPr sz="1800" b="0">
                <a:solidFill>
                  <a:srgbClr val="182C3F"/>
                </a:solidFill>
                <a:latin typeface="+mn-lt"/>
                <a:ea typeface="+mn-ea"/>
                <a:cs typeface="+mn-cs"/>
              </a:defRPr>
            </a:lvl8pPr>
            <a:lvl9pPr algn="l">
              <a:buNone/>
              <a:defRPr sz="1800" b="0">
                <a:solidFill>
                  <a:srgbClr val="182C3F"/>
                </a:solidFill>
                <a:latin typeface="+mn-lt"/>
                <a:ea typeface="+mn-ea"/>
                <a:cs typeface="+mn-cs"/>
              </a:defRPr>
            </a:lvl9pPr>
          </a:lstStyle>
          <a:p>
            <a:pPr lvl="0">
              <a:defRPr/>
            </a:pPr>
            <a:r>
              <a:rPr/>
              <a:t>Click to edit evidence</a:t>
            </a:r>
            <a:endParaRPr/>
          </a:p>
        </p:txBody>
      </p:sp>
      <p:sp>
        <p:nvSpPr>
          <p:cNvPr id="2105069260"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750511831"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1FBCCFA-E317-44E1-AF02-1E2D3E312145}"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4 Case comparison">
    <p:bg>
      <p:bgPr shadeToTitle="0">
        <a:solidFill>
          <a:srgbClr val="FFFFFF"/>
        </a:solidFill>
      </p:bgPr>
    </p:bg>
    <p:spTree>
      <p:nvGrpSpPr>
        <p:cNvPr id="1" name=""/>
        <p:cNvGrpSpPr/>
        <p:nvPr/>
      </p:nvGrpSpPr>
      <p:grpSpPr bwMode="auto">
        <a:xfrm>
          <a:off x="0" y="0"/>
          <a:ext cx="0" cy="0"/>
          <a:chOff x="0" y="0"/>
          <a:chExt cx="0" cy="0"/>
        </a:xfrm>
      </p:grpSpPr>
      <p:sp>
        <p:nvSpPr>
          <p:cNvPr id="1041926913"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783301172" name="slot:label-original"/>
          <p:cNvSpPr>
            <a:spLocks noGrp="1"/>
          </p:cNvSpPr>
          <p:nvPr>
            <p:ph type="body" idx="1"/>
          </p:nvPr>
        </p:nvSpPr>
        <p:spPr bwMode="auto">
          <a:xfrm>
            <a:off x="762000" y="2095500"/>
            <a:ext cx="5105400" cy="457200"/>
          </a:xfrm>
          <a:prstGeom prst="rect">
            <a:avLst/>
          </a:prstGeom>
          <a:noFill/>
          <a:ln w="0">
            <a:noFill/>
          </a:ln>
        </p:spPr>
        <p:txBody>
          <a:bodyPr wrap="square" lIns="0" tIns="0" rIns="0" bIns="0" anchor="t">
            <a:noAutofit/>
          </a:bodyPr>
          <a:lstStyle>
            <a:defPPr algn="l">
              <a:buNone/>
              <a:defRPr sz="2600" b="1">
                <a:solidFill>
                  <a:srgbClr val="182C3F"/>
                </a:solidFill>
                <a:latin typeface="+mn-lt"/>
                <a:ea typeface="+mn-ea"/>
                <a:cs typeface="+mn-cs"/>
              </a:defRPr>
            </a:defPPr>
            <a:lvl1pPr algn="l">
              <a:buNone/>
              <a:defRPr sz="2600" b="1">
                <a:solidFill>
                  <a:srgbClr val="182C3F"/>
                </a:solidFill>
                <a:latin typeface="+mn-lt"/>
                <a:ea typeface="+mn-ea"/>
                <a:cs typeface="+mn-cs"/>
              </a:defRPr>
            </a:lvl1pPr>
            <a:lvl2pPr algn="l">
              <a:buNone/>
              <a:defRPr sz="2400" b="1">
                <a:solidFill>
                  <a:srgbClr val="182C3F"/>
                </a:solidFill>
                <a:latin typeface="+mn-lt"/>
                <a:ea typeface="+mn-ea"/>
                <a:cs typeface="+mn-cs"/>
              </a:defRPr>
            </a:lvl2pPr>
            <a:lvl3pPr algn="l">
              <a:buNone/>
              <a:defRPr sz="22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defRPr/>
            </a:pPr>
            <a:r>
              <a:rPr/>
              <a:t>Click to edit label-original</a:t>
            </a:r>
            <a:endParaRPr/>
          </a:p>
        </p:txBody>
      </p:sp>
      <p:sp>
        <p:nvSpPr>
          <p:cNvPr id="566925221" name="slot:original"/>
          <p:cNvSpPr>
            <a:spLocks noGrp="1"/>
          </p:cNvSpPr>
          <p:nvPr>
            <p:ph type="body" idx="2"/>
          </p:nvPr>
        </p:nvSpPr>
        <p:spPr bwMode="auto">
          <a:xfrm>
            <a:off x="762000" y="3000375"/>
            <a:ext cx="5105400" cy="1238250"/>
          </a:xfrm>
          <a:prstGeom prst="rect">
            <a:avLst/>
          </a:prstGeom>
          <a:noFill/>
          <a:ln w="0">
            <a:noFill/>
          </a:ln>
        </p:spPr>
        <p:txBody>
          <a:bodyPr wrap="square" lIns="0" tIns="0" r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original</a:t>
            </a:r>
            <a:endParaRPr/>
          </a:p>
        </p:txBody>
      </p:sp>
      <p:sp>
        <p:nvSpPr>
          <p:cNvPr id="1422410279" name="slot:label-revised"/>
          <p:cNvSpPr>
            <a:spLocks noGrp="1"/>
          </p:cNvSpPr>
          <p:nvPr>
            <p:ph type="body" idx="3"/>
          </p:nvPr>
        </p:nvSpPr>
        <p:spPr bwMode="auto">
          <a:xfrm>
            <a:off x="6324600" y="2095500"/>
            <a:ext cx="5105400" cy="457200"/>
          </a:xfrm>
          <a:prstGeom prst="rect">
            <a:avLst/>
          </a:prstGeom>
          <a:noFill/>
          <a:ln w="0">
            <a:noFill/>
          </a:ln>
        </p:spPr>
        <p:txBody>
          <a:bodyPr wrap="square" lIns="0" tIns="0" rIns="0" bIns="0" anchor="t">
            <a:noAutofit/>
          </a:bodyPr>
          <a:lstStyle>
            <a:defPPr algn="l">
              <a:buNone/>
              <a:defRPr sz="2600" b="1">
                <a:solidFill>
                  <a:srgbClr val="182C3F"/>
                </a:solidFill>
                <a:latin typeface="+mn-lt"/>
                <a:ea typeface="+mn-ea"/>
                <a:cs typeface="+mn-cs"/>
              </a:defRPr>
            </a:defPPr>
            <a:lvl1pPr algn="l">
              <a:buNone/>
              <a:defRPr sz="2600" b="1">
                <a:solidFill>
                  <a:srgbClr val="182C3F"/>
                </a:solidFill>
                <a:latin typeface="+mn-lt"/>
                <a:ea typeface="+mn-ea"/>
                <a:cs typeface="+mn-cs"/>
              </a:defRPr>
            </a:lvl1pPr>
            <a:lvl2pPr algn="l">
              <a:buNone/>
              <a:defRPr sz="2400" b="1">
                <a:solidFill>
                  <a:srgbClr val="182C3F"/>
                </a:solidFill>
                <a:latin typeface="+mn-lt"/>
                <a:ea typeface="+mn-ea"/>
                <a:cs typeface="+mn-cs"/>
              </a:defRPr>
            </a:lvl2pPr>
            <a:lvl3pPr algn="l">
              <a:buNone/>
              <a:defRPr sz="2200" b="1">
                <a:solidFill>
                  <a:srgbClr val="182C3F"/>
                </a:solidFill>
                <a:latin typeface="+mn-lt"/>
                <a:ea typeface="+mn-ea"/>
                <a:cs typeface="+mn-cs"/>
              </a:defRPr>
            </a:lvl3pPr>
            <a:lvl4pPr algn="l">
              <a:buNone/>
              <a:defRPr sz="2000" b="1">
                <a:solidFill>
                  <a:srgbClr val="182C3F"/>
                </a:solidFill>
                <a:latin typeface="+mn-lt"/>
                <a:ea typeface="+mn-ea"/>
                <a:cs typeface="+mn-cs"/>
              </a:defRPr>
            </a:lvl4pPr>
            <a:lvl5pPr algn="l">
              <a:buNone/>
              <a:defRPr sz="2000" b="1">
                <a:solidFill>
                  <a:srgbClr val="182C3F"/>
                </a:solidFill>
                <a:latin typeface="+mn-lt"/>
                <a:ea typeface="+mn-ea"/>
                <a:cs typeface="+mn-cs"/>
              </a:defRPr>
            </a:lvl5pPr>
            <a:lvl6pPr algn="l">
              <a:buNone/>
              <a:defRPr sz="2000" b="1">
                <a:solidFill>
                  <a:srgbClr val="182C3F"/>
                </a:solidFill>
                <a:latin typeface="+mn-lt"/>
                <a:ea typeface="+mn-ea"/>
                <a:cs typeface="+mn-cs"/>
              </a:defRPr>
            </a:lvl6pPr>
            <a:lvl7pPr algn="l">
              <a:buNone/>
              <a:defRPr sz="2000" b="1">
                <a:solidFill>
                  <a:srgbClr val="182C3F"/>
                </a:solidFill>
                <a:latin typeface="+mn-lt"/>
                <a:ea typeface="+mn-ea"/>
                <a:cs typeface="+mn-cs"/>
              </a:defRPr>
            </a:lvl7pPr>
            <a:lvl8pPr algn="l">
              <a:buNone/>
              <a:defRPr sz="2000" b="1">
                <a:solidFill>
                  <a:srgbClr val="182C3F"/>
                </a:solidFill>
                <a:latin typeface="+mn-lt"/>
                <a:ea typeface="+mn-ea"/>
                <a:cs typeface="+mn-cs"/>
              </a:defRPr>
            </a:lvl8pPr>
            <a:lvl9pPr algn="l">
              <a:buNone/>
              <a:defRPr sz="2000" b="1">
                <a:solidFill>
                  <a:srgbClr val="182C3F"/>
                </a:solidFill>
                <a:latin typeface="+mn-lt"/>
                <a:ea typeface="+mn-ea"/>
                <a:cs typeface="+mn-cs"/>
              </a:defRPr>
            </a:lvl9pPr>
          </a:lstStyle>
          <a:p>
            <a:pPr lvl="0">
              <a:defRPr/>
            </a:pPr>
            <a:r>
              <a:rPr/>
              <a:t>Click to edit label-revised</a:t>
            </a:r>
            <a:endParaRPr/>
          </a:p>
        </p:txBody>
      </p:sp>
      <p:sp>
        <p:nvSpPr>
          <p:cNvPr id="1914855008" name="slot:revised"/>
          <p:cNvSpPr>
            <a:spLocks noGrp="1"/>
          </p:cNvSpPr>
          <p:nvPr>
            <p:ph type="body" idx="4"/>
          </p:nvPr>
        </p:nvSpPr>
        <p:spPr bwMode="auto">
          <a:xfrm>
            <a:off x="6324600" y="3000375"/>
            <a:ext cx="5105400" cy="1333500"/>
          </a:xfrm>
          <a:prstGeom prst="rect">
            <a:avLst/>
          </a:prstGeom>
          <a:noFill/>
          <a:ln w="0">
            <a:noFill/>
          </a:ln>
        </p:spPr>
        <p:txBody>
          <a:bodyPr wrap="square" lIns="0" tIns="0" r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revised</a:t>
            </a:r>
            <a:endParaRPr/>
          </a:p>
        </p:txBody>
      </p:sp>
      <p:sp>
        <p:nvSpPr>
          <p:cNvPr id="386777370" name="slot:caption"/>
          <p:cNvSpPr>
            <a:spLocks noGrp="1"/>
          </p:cNvSpPr>
          <p:nvPr>
            <p:ph type="body" idx="5"/>
          </p:nvPr>
        </p:nvSpPr>
        <p:spPr bwMode="auto">
          <a:xfrm>
            <a:off x="762000" y="5410200"/>
            <a:ext cx="10668000" cy="51435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caption</a:t>
            </a:r>
            <a:endParaRPr/>
          </a:p>
        </p:txBody>
      </p:sp>
      <p:sp>
        <p:nvSpPr>
          <p:cNvPr id="374266811"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2020764573"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90C4B477-32D9-4020-98D1-9565EA72A6EA}"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5 Equation and definitions">
    <p:bg>
      <p:bgPr shadeToTitle="0">
        <a:solidFill>
          <a:srgbClr val="FFFFFF"/>
        </a:solidFill>
      </p:bgPr>
    </p:bg>
    <p:spTree>
      <p:nvGrpSpPr>
        <p:cNvPr id="1" name=""/>
        <p:cNvGrpSpPr/>
        <p:nvPr/>
      </p:nvGrpSpPr>
      <p:grpSpPr bwMode="auto">
        <a:xfrm>
          <a:off x="0" y="0"/>
          <a:ext cx="0" cy="0"/>
          <a:chOff x="0" y="0"/>
          <a:chExt cx="0" cy="0"/>
        </a:xfrm>
      </p:grpSpPr>
      <p:sp>
        <p:nvSpPr>
          <p:cNvPr id="637127231"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359658717" name="slot:equation"/>
          <p:cNvSpPr>
            <a:spLocks noGrp="1"/>
          </p:cNvSpPr>
          <p:nvPr>
            <p:ph type="body" idx="1"/>
          </p:nvPr>
        </p:nvSpPr>
        <p:spPr bwMode="auto">
          <a:xfrm>
            <a:off x="762000" y="2400300"/>
            <a:ext cx="10668000" cy="914400"/>
          </a:xfrm>
          <a:prstGeom prst="rect">
            <a:avLst/>
          </a:prstGeom>
          <a:noFill/>
          <a:ln w="0">
            <a:noFill/>
          </a:ln>
        </p:spPr>
        <p:txBody>
          <a:bodyPr wrap="square" lIns="0" tIns="0" rIns="0" bIns="0" anchor="t">
            <a:noAutofit/>
          </a:bodyPr>
          <a:lstStyle>
            <a:defPPr algn="l">
              <a:buNone/>
              <a:defRPr sz="3200" b="0">
                <a:solidFill>
                  <a:srgbClr val="142D45"/>
                </a:solidFill>
                <a:latin typeface="Cambria Math"/>
                <a:ea typeface="+mn-ea"/>
                <a:cs typeface="+mn-cs"/>
              </a:defRPr>
            </a:defPPr>
            <a:lvl1pPr algn="l">
              <a:buNone/>
              <a:defRPr sz="3200" b="0">
                <a:solidFill>
                  <a:srgbClr val="142D45"/>
                </a:solidFill>
                <a:latin typeface="Cambria Math"/>
                <a:ea typeface="+mn-ea"/>
                <a:cs typeface="+mn-cs"/>
              </a:defRPr>
            </a:lvl1pPr>
            <a:lvl2pPr algn="l">
              <a:buNone/>
              <a:defRPr sz="3000" b="0">
                <a:solidFill>
                  <a:srgbClr val="142D45"/>
                </a:solidFill>
                <a:latin typeface="Cambria Math"/>
                <a:ea typeface="+mn-ea"/>
                <a:cs typeface="+mn-cs"/>
              </a:defRPr>
            </a:lvl2pPr>
            <a:lvl3pPr algn="l">
              <a:buNone/>
              <a:defRPr sz="2800" b="0">
                <a:solidFill>
                  <a:srgbClr val="142D45"/>
                </a:solidFill>
                <a:latin typeface="Cambria Math"/>
                <a:ea typeface="+mn-ea"/>
                <a:cs typeface="+mn-cs"/>
              </a:defRPr>
            </a:lvl3pPr>
            <a:lvl4pPr algn="l">
              <a:buNone/>
              <a:defRPr sz="2600" b="0">
                <a:solidFill>
                  <a:srgbClr val="142D45"/>
                </a:solidFill>
                <a:latin typeface="Cambria Math"/>
                <a:ea typeface="+mn-ea"/>
                <a:cs typeface="+mn-cs"/>
              </a:defRPr>
            </a:lvl4pPr>
            <a:lvl5pPr algn="l">
              <a:buNone/>
              <a:defRPr sz="2400" b="0">
                <a:solidFill>
                  <a:srgbClr val="142D45"/>
                </a:solidFill>
                <a:latin typeface="Cambria Math"/>
                <a:ea typeface="+mn-ea"/>
                <a:cs typeface="+mn-cs"/>
              </a:defRPr>
            </a:lvl5pPr>
            <a:lvl6pPr algn="l">
              <a:buNone/>
              <a:defRPr sz="2200" b="0">
                <a:solidFill>
                  <a:srgbClr val="142D45"/>
                </a:solidFill>
                <a:latin typeface="Cambria Math"/>
                <a:ea typeface="+mn-ea"/>
                <a:cs typeface="+mn-cs"/>
              </a:defRPr>
            </a:lvl6pPr>
            <a:lvl7pPr algn="l">
              <a:buNone/>
              <a:defRPr sz="2000" b="0">
                <a:solidFill>
                  <a:srgbClr val="142D45"/>
                </a:solidFill>
                <a:latin typeface="Cambria Math"/>
                <a:ea typeface="+mn-ea"/>
                <a:cs typeface="+mn-cs"/>
              </a:defRPr>
            </a:lvl7pPr>
            <a:lvl8pPr algn="l">
              <a:buNone/>
              <a:defRPr sz="2000" b="0">
                <a:solidFill>
                  <a:srgbClr val="142D45"/>
                </a:solidFill>
                <a:latin typeface="Cambria Math"/>
                <a:ea typeface="+mn-ea"/>
                <a:cs typeface="+mn-cs"/>
              </a:defRPr>
            </a:lvl8pPr>
            <a:lvl9pPr algn="l">
              <a:buNone/>
              <a:defRPr sz="2000" b="0">
                <a:solidFill>
                  <a:srgbClr val="142D45"/>
                </a:solidFill>
                <a:latin typeface="Cambria Math"/>
                <a:ea typeface="+mn-ea"/>
                <a:cs typeface="+mn-cs"/>
              </a:defRPr>
            </a:lvl9pPr>
          </a:lstStyle>
          <a:p>
            <a:pPr lvl="0">
              <a:defRPr/>
            </a:pPr>
            <a:r>
              <a:rPr/>
              <a:t>Click to edit equation</a:t>
            </a:r>
            <a:endParaRPr/>
          </a:p>
        </p:txBody>
      </p:sp>
      <p:sp>
        <p:nvSpPr>
          <p:cNvPr id="1585742344" name="slot:definitions"/>
          <p:cNvSpPr>
            <a:spLocks noGrp="1"/>
          </p:cNvSpPr>
          <p:nvPr>
            <p:ph type="body" idx="2"/>
          </p:nvPr>
        </p:nvSpPr>
        <p:spPr bwMode="auto">
          <a:xfrm>
            <a:off x="762000" y="4095750"/>
            <a:ext cx="10668000" cy="1295400"/>
          </a:xfrm>
          <a:prstGeom prst="rect">
            <a:avLst/>
          </a:prstGeom>
          <a:noFill/>
          <a:ln w="0">
            <a:noFill/>
          </a:ln>
        </p:spPr>
        <p:txBody>
          <a:bodyPr wrap="square" lIns="0" tIns="0" r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definitions</a:t>
            </a:r>
            <a:endParaRPr/>
          </a:p>
        </p:txBody>
      </p:sp>
      <p:sp>
        <p:nvSpPr>
          <p:cNvPr id="1816604462"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631769722"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B2B56814-2980-41BB-BB93-53E128FFDF12}"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6 Timeline">
    <p:bg>
      <p:bgPr shadeToTitle="0">
        <a:solidFill>
          <a:srgbClr val="FFFFFF"/>
        </a:solidFill>
      </p:bgPr>
    </p:bg>
    <p:spTree>
      <p:nvGrpSpPr>
        <p:cNvPr id="1" name=""/>
        <p:cNvGrpSpPr/>
        <p:nvPr/>
      </p:nvGrpSpPr>
      <p:grpSpPr bwMode="auto">
        <a:xfrm>
          <a:off x="0" y="0"/>
          <a:ext cx="0" cy="0"/>
          <a:chOff x="0" y="0"/>
          <a:chExt cx="0" cy="0"/>
        </a:xfrm>
      </p:grpSpPr>
      <p:sp>
        <p:nvSpPr>
          <p:cNvPr id="515118586"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1329831153" name="slot:month-0"/>
          <p:cNvSpPr>
            <a:spLocks noGrp="1"/>
          </p:cNvSpPr>
          <p:nvPr>
            <p:ph type="body" idx="1"/>
          </p:nvPr>
        </p:nvSpPr>
        <p:spPr bwMode="auto">
          <a:xfrm>
            <a:off x="762000" y="2286000"/>
            <a:ext cx="2324100" cy="457200"/>
          </a:xfrm>
          <a:prstGeom prst="rect">
            <a:avLst/>
          </a:prstGeom>
          <a:noFill/>
          <a:ln w="0">
            <a:noFill/>
          </a:ln>
        </p:spPr>
        <p:txBody>
          <a:bodyPr wrap="square" lIns="0" tIns="0" r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defRPr/>
            </a:pPr>
            <a:r>
              <a:rPr/>
              <a:t>Click to edit month-0</a:t>
            </a:r>
            <a:endParaRPr/>
          </a:p>
        </p:txBody>
      </p:sp>
      <p:sp>
        <p:nvSpPr>
          <p:cNvPr id="57716536" name="slot:task-0"/>
          <p:cNvSpPr>
            <a:spLocks noGrp="1"/>
          </p:cNvSpPr>
          <p:nvPr>
            <p:ph type="body" idx="2"/>
          </p:nvPr>
        </p:nvSpPr>
        <p:spPr bwMode="auto">
          <a:xfrm>
            <a:off x="762000" y="3448050"/>
            <a:ext cx="2324100" cy="1143000"/>
          </a:xfrm>
          <a:prstGeom prst="rect">
            <a:avLst/>
          </a:prstGeom>
          <a:noFill/>
          <a:ln w="0">
            <a:noFill/>
          </a:ln>
        </p:spPr>
        <p:txBody>
          <a:bodyPr wrap="square" lIns="0" tIns="0" r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task-0</a:t>
            </a:r>
            <a:endParaRPr/>
          </a:p>
        </p:txBody>
      </p:sp>
      <p:sp>
        <p:nvSpPr>
          <p:cNvPr id="1016823672" name="slot:month-1"/>
          <p:cNvSpPr>
            <a:spLocks noGrp="1"/>
          </p:cNvSpPr>
          <p:nvPr>
            <p:ph type="body" idx="3"/>
          </p:nvPr>
        </p:nvSpPr>
        <p:spPr bwMode="auto">
          <a:xfrm>
            <a:off x="3543300" y="2286000"/>
            <a:ext cx="2324100" cy="457200"/>
          </a:xfrm>
          <a:prstGeom prst="rect">
            <a:avLst/>
          </a:prstGeom>
          <a:noFill/>
          <a:ln w="0">
            <a:noFill/>
          </a:ln>
        </p:spPr>
        <p:txBody>
          <a:bodyPr wrap="square" lIns="0" tIns="0" r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defRPr/>
            </a:pPr>
            <a:r>
              <a:rPr/>
              <a:t>Click to edit month-1</a:t>
            </a:r>
            <a:endParaRPr/>
          </a:p>
        </p:txBody>
      </p:sp>
      <p:sp>
        <p:nvSpPr>
          <p:cNvPr id="2011772958" name="slot:task-1"/>
          <p:cNvSpPr>
            <a:spLocks noGrp="1"/>
          </p:cNvSpPr>
          <p:nvPr>
            <p:ph type="body" idx="4"/>
          </p:nvPr>
        </p:nvSpPr>
        <p:spPr bwMode="auto">
          <a:xfrm>
            <a:off x="3543300" y="3448050"/>
            <a:ext cx="2324100" cy="1143000"/>
          </a:xfrm>
          <a:prstGeom prst="rect">
            <a:avLst/>
          </a:prstGeom>
          <a:noFill/>
          <a:ln w="0">
            <a:noFill/>
          </a:ln>
        </p:spPr>
        <p:txBody>
          <a:bodyPr wrap="square" lIns="0" tIns="0" r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task-1</a:t>
            </a:r>
            <a:endParaRPr/>
          </a:p>
        </p:txBody>
      </p:sp>
      <p:sp>
        <p:nvSpPr>
          <p:cNvPr id="1497749185" name="slot:month-2"/>
          <p:cNvSpPr>
            <a:spLocks noGrp="1"/>
          </p:cNvSpPr>
          <p:nvPr>
            <p:ph type="body" idx="5"/>
          </p:nvPr>
        </p:nvSpPr>
        <p:spPr bwMode="auto">
          <a:xfrm>
            <a:off x="6324600" y="2286000"/>
            <a:ext cx="2324100" cy="457200"/>
          </a:xfrm>
          <a:prstGeom prst="rect">
            <a:avLst/>
          </a:prstGeom>
          <a:noFill/>
          <a:ln w="0">
            <a:noFill/>
          </a:ln>
        </p:spPr>
        <p:txBody>
          <a:bodyPr wrap="square" lIns="0" tIns="0" r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defRPr/>
            </a:pPr>
            <a:r>
              <a:rPr/>
              <a:t>Click to edit month-2</a:t>
            </a:r>
            <a:endParaRPr/>
          </a:p>
        </p:txBody>
      </p:sp>
      <p:sp>
        <p:nvSpPr>
          <p:cNvPr id="628828820" name="slot:task-2"/>
          <p:cNvSpPr>
            <a:spLocks noGrp="1"/>
          </p:cNvSpPr>
          <p:nvPr>
            <p:ph type="body" idx="6"/>
          </p:nvPr>
        </p:nvSpPr>
        <p:spPr bwMode="auto">
          <a:xfrm>
            <a:off x="6324600" y="3448050"/>
            <a:ext cx="2324100" cy="1143000"/>
          </a:xfrm>
          <a:prstGeom prst="rect">
            <a:avLst/>
          </a:prstGeom>
          <a:noFill/>
          <a:ln w="0">
            <a:noFill/>
          </a:ln>
        </p:spPr>
        <p:txBody>
          <a:bodyPr wrap="square" lIns="0" tIns="0" r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task-2</a:t>
            </a:r>
            <a:endParaRPr/>
          </a:p>
        </p:txBody>
      </p:sp>
      <p:sp>
        <p:nvSpPr>
          <p:cNvPr id="1895799559" name="slot:month-3"/>
          <p:cNvSpPr>
            <a:spLocks noGrp="1"/>
          </p:cNvSpPr>
          <p:nvPr>
            <p:ph type="body" idx="7"/>
          </p:nvPr>
        </p:nvSpPr>
        <p:spPr bwMode="auto">
          <a:xfrm>
            <a:off x="9105900" y="2286000"/>
            <a:ext cx="2324100" cy="457200"/>
          </a:xfrm>
          <a:prstGeom prst="rect">
            <a:avLst/>
          </a:prstGeom>
          <a:noFill/>
          <a:ln w="0">
            <a:noFill/>
          </a:ln>
        </p:spPr>
        <p:txBody>
          <a:bodyPr wrap="square" lIns="0" tIns="0" rIns="0" bIns="0" anchor="t">
            <a:noAutofit/>
          </a:bodyPr>
          <a:lstStyle>
            <a:defPPr algn="l">
              <a:buNone/>
              <a:defRPr sz="2400" b="0">
                <a:solidFill>
                  <a:srgbClr val="315D8A"/>
                </a:solidFill>
                <a:latin typeface="+mj-lt"/>
                <a:ea typeface="+mj-ea"/>
                <a:cs typeface="+mj-cs"/>
              </a:defRPr>
            </a:defPPr>
            <a:lvl1pPr algn="l">
              <a:buNone/>
              <a:defRPr sz="2400" b="0">
                <a:solidFill>
                  <a:srgbClr val="315D8A"/>
                </a:solidFill>
                <a:latin typeface="+mj-lt"/>
                <a:ea typeface="+mj-ea"/>
                <a:cs typeface="+mj-cs"/>
              </a:defRPr>
            </a:lvl1pPr>
            <a:lvl2pPr algn="l">
              <a:buNone/>
              <a:defRPr sz="2200" b="0">
                <a:solidFill>
                  <a:srgbClr val="315D8A"/>
                </a:solidFill>
                <a:latin typeface="+mj-lt"/>
                <a:ea typeface="+mj-ea"/>
                <a:cs typeface="+mj-cs"/>
              </a:defRPr>
            </a:lvl2pPr>
            <a:lvl3pPr algn="l">
              <a:buNone/>
              <a:defRPr sz="2000" b="0">
                <a:solidFill>
                  <a:srgbClr val="315D8A"/>
                </a:solidFill>
                <a:latin typeface="+mj-lt"/>
                <a:ea typeface="+mj-ea"/>
                <a:cs typeface="+mj-cs"/>
              </a:defRPr>
            </a:lvl3pPr>
            <a:lvl4pPr algn="l">
              <a:buNone/>
              <a:defRPr sz="2000" b="0">
                <a:solidFill>
                  <a:srgbClr val="315D8A"/>
                </a:solidFill>
                <a:latin typeface="+mj-lt"/>
                <a:ea typeface="+mj-ea"/>
                <a:cs typeface="+mj-cs"/>
              </a:defRPr>
            </a:lvl4pPr>
            <a:lvl5pPr algn="l">
              <a:buNone/>
              <a:defRPr sz="2000" b="0">
                <a:solidFill>
                  <a:srgbClr val="315D8A"/>
                </a:solidFill>
                <a:latin typeface="+mj-lt"/>
                <a:ea typeface="+mj-ea"/>
                <a:cs typeface="+mj-cs"/>
              </a:defRPr>
            </a:lvl5pPr>
            <a:lvl6pPr algn="l">
              <a:buNone/>
              <a:defRPr sz="2000" b="0">
                <a:solidFill>
                  <a:srgbClr val="315D8A"/>
                </a:solidFill>
                <a:latin typeface="+mj-lt"/>
                <a:ea typeface="+mj-ea"/>
                <a:cs typeface="+mj-cs"/>
              </a:defRPr>
            </a:lvl6pPr>
            <a:lvl7pPr algn="l">
              <a:buNone/>
              <a:defRPr sz="2000" b="0">
                <a:solidFill>
                  <a:srgbClr val="315D8A"/>
                </a:solidFill>
                <a:latin typeface="+mj-lt"/>
                <a:ea typeface="+mj-ea"/>
                <a:cs typeface="+mj-cs"/>
              </a:defRPr>
            </a:lvl7pPr>
            <a:lvl8pPr algn="l">
              <a:buNone/>
              <a:defRPr sz="2000" b="0">
                <a:solidFill>
                  <a:srgbClr val="315D8A"/>
                </a:solidFill>
                <a:latin typeface="+mj-lt"/>
                <a:ea typeface="+mj-ea"/>
                <a:cs typeface="+mj-cs"/>
              </a:defRPr>
            </a:lvl8pPr>
            <a:lvl9pPr algn="l">
              <a:buNone/>
              <a:defRPr sz="2000" b="0">
                <a:solidFill>
                  <a:srgbClr val="315D8A"/>
                </a:solidFill>
                <a:latin typeface="+mj-lt"/>
                <a:ea typeface="+mj-ea"/>
                <a:cs typeface="+mj-cs"/>
              </a:defRPr>
            </a:lvl9pPr>
          </a:lstStyle>
          <a:p>
            <a:pPr lvl="0">
              <a:defRPr/>
            </a:pPr>
            <a:r>
              <a:rPr/>
              <a:t>Click to edit month-3</a:t>
            </a:r>
            <a:endParaRPr/>
          </a:p>
        </p:txBody>
      </p:sp>
      <p:sp>
        <p:nvSpPr>
          <p:cNvPr id="558910211" name="slot:task-3"/>
          <p:cNvSpPr>
            <a:spLocks noGrp="1"/>
          </p:cNvSpPr>
          <p:nvPr>
            <p:ph type="body" idx="8"/>
          </p:nvPr>
        </p:nvSpPr>
        <p:spPr bwMode="auto">
          <a:xfrm>
            <a:off x="9105900" y="3448050"/>
            <a:ext cx="2324100" cy="1143000"/>
          </a:xfrm>
          <a:prstGeom prst="rect">
            <a:avLst/>
          </a:prstGeom>
          <a:noFill/>
          <a:ln w="0">
            <a:noFill/>
          </a:ln>
        </p:spPr>
        <p:txBody>
          <a:bodyPr wrap="square" lIns="0" tIns="0" rIns="0" bIns="0" anchor="t">
            <a:noAutofit/>
          </a:bodyPr>
          <a:lstStyle>
            <a:defPPr algn="l">
              <a:buNone/>
              <a:defRPr sz="20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task-3</a:t>
            </a:r>
            <a:endParaRPr/>
          </a:p>
        </p:txBody>
      </p:sp>
      <p:sp>
        <p:nvSpPr>
          <p:cNvPr id="1038946279" name="slot:caption"/>
          <p:cNvSpPr>
            <a:spLocks noGrp="1"/>
          </p:cNvSpPr>
          <p:nvPr>
            <p:ph type="body" idx="9"/>
          </p:nvPr>
        </p:nvSpPr>
        <p:spPr bwMode="auto">
          <a:xfrm>
            <a:off x="762000" y="5410200"/>
            <a:ext cx="10668000" cy="476250"/>
          </a:xfrm>
          <a:prstGeom prst="rect">
            <a:avLst/>
          </a:prstGeom>
          <a:noFill/>
          <a:ln w="0">
            <a:noFill/>
          </a:ln>
        </p:spPr>
        <p:txBody>
          <a:bodyPr wrap="square" lIns="0" tIns="0" rIns="0" bIns="0" anchor="t">
            <a:noAutofit/>
          </a:bodyPr>
          <a:lstStyle>
            <a:defPPr algn="l">
              <a:buNone/>
              <a:defRPr sz="18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caption</a:t>
            </a:r>
            <a:endParaRPr/>
          </a:p>
        </p:txBody>
      </p:sp>
      <p:sp>
        <p:nvSpPr>
          <p:cNvPr id="1800891382"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325253959"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C2AAA000-FF48-489C-B037-FBF9C334C2D8}"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7 Summary">
    <p:bg>
      <p:bgPr shadeToTitle="0">
        <a:solidFill>
          <a:srgbClr val="FFFFFF"/>
        </a:solidFill>
      </p:bgPr>
    </p:bg>
    <p:spTree>
      <p:nvGrpSpPr>
        <p:cNvPr id="1" name=""/>
        <p:cNvGrpSpPr/>
        <p:nvPr/>
      </p:nvGrpSpPr>
      <p:grpSpPr bwMode="auto">
        <a:xfrm>
          <a:off x="0" y="0"/>
          <a:ext cx="0" cy="0"/>
          <a:chOff x="0" y="0"/>
          <a:chExt cx="0" cy="0"/>
        </a:xfrm>
      </p:grpSpPr>
      <p:sp>
        <p:nvSpPr>
          <p:cNvPr id="521305071"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1764062387" name="slot:summary"/>
          <p:cNvSpPr>
            <a:spLocks noGrp="1"/>
          </p:cNvSpPr>
          <p:nvPr>
            <p:ph type="body" idx="1"/>
          </p:nvPr>
        </p:nvSpPr>
        <p:spPr bwMode="auto">
          <a:xfrm>
            <a:off x="762000" y="2266950"/>
            <a:ext cx="10668000" cy="1905000"/>
          </a:xfrm>
          <a:prstGeom prst="rect">
            <a:avLst/>
          </a:prstGeom>
          <a:noFill/>
          <a:ln w="0">
            <a:noFill/>
          </a:ln>
        </p:spPr>
        <p:txBody>
          <a:bodyPr wrap="square" lIns="0" tIns="0" rIns="0" bIns="0" anchor="t">
            <a:noAutofit/>
          </a:bodyPr>
          <a:lstStyle>
            <a:defPPr algn="l">
              <a:buNone/>
              <a:defRPr sz="2600" b="0">
                <a:solidFill>
                  <a:srgbClr val="182C3F"/>
                </a:solidFill>
                <a:latin typeface="+mn-lt"/>
                <a:ea typeface="+mn-ea"/>
                <a:cs typeface="+mn-cs"/>
              </a:defRPr>
            </a:defPPr>
            <a:lvl1pPr algn="l">
              <a:buNone/>
              <a:defRPr sz="2600" b="0">
                <a:solidFill>
                  <a:srgbClr val="182C3F"/>
                </a:solidFill>
                <a:latin typeface="+mn-lt"/>
                <a:ea typeface="+mn-ea"/>
                <a:cs typeface="+mn-cs"/>
              </a:defRPr>
            </a:lvl1pPr>
            <a:lvl2pPr algn="l">
              <a:buNone/>
              <a:defRPr sz="2400" b="0">
                <a:solidFill>
                  <a:srgbClr val="182C3F"/>
                </a:solidFill>
                <a:latin typeface="+mn-lt"/>
                <a:ea typeface="+mn-ea"/>
                <a:cs typeface="+mn-cs"/>
              </a:defRPr>
            </a:lvl2pPr>
            <a:lvl3pPr algn="l">
              <a:buNone/>
              <a:defRPr sz="22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summary</a:t>
            </a:r>
            <a:endParaRPr/>
          </a:p>
        </p:txBody>
      </p:sp>
      <p:sp>
        <p:nvSpPr>
          <p:cNvPr id="1168134130" name="slot:next"/>
          <p:cNvSpPr>
            <a:spLocks noGrp="1"/>
          </p:cNvSpPr>
          <p:nvPr>
            <p:ph type="body" idx="2"/>
          </p:nvPr>
        </p:nvSpPr>
        <p:spPr bwMode="auto">
          <a:xfrm>
            <a:off x="762000" y="4953000"/>
            <a:ext cx="10668000" cy="666750"/>
          </a:xfrm>
          <a:prstGeom prst="rect">
            <a:avLst/>
          </a:prstGeom>
          <a:noFill/>
          <a:ln w="0">
            <a:noFill/>
          </a:ln>
        </p:spPr>
        <p:txBody>
          <a:bodyPr wrap="square" lIns="0" tIns="0" rIns="0" bIns="0" anchor="t">
            <a:noAutofit/>
          </a:bodyPr>
          <a:lstStyle>
            <a:defPPr algn="l">
              <a:buNone/>
              <a:defRPr sz="2400" b="0">
                <a:solidFill>
                  <a:srgbClr val="315D8A"/>
                </a:solidFill>
                <a:latin typeface="+mn-lt"/>
                <a:ea typeface="+mn-ea"/>
                <a:cs typeface="+mn-cs"/>
              </a:defRPr>
            </a:defPPr>
            <a:lvl1pPr algn="l">
              <a:buNone/>
              <a:defRPr sz="2400" b="0">
                <a:solidFill>
                  <a:srgbClr val="315D8A"/>
                </a:solidFill>
                <a:latin typeface="+mn-lt"/>
                <a:ea typeface="+mn-ea"/>
                <a:cs typeface="+mn-cs"/>
              </a:defRPr>
            </a:lvl1pPr>
            <a:lvl2pPr algn="l">
              <a:buNone/>
              <a:defRPr sz="2200" b="0">
                <a:solidFill>
                  <a:srgbClr val="315D8A"/>
                </a:solidFill>
                <a:latin typeface="+mn-lt"/>
                <a:ea typeface="+mn-ea"/>
                <a:cs typeface="+mn-cs"/>
              </a:defRPr>
            </a:lvl2pPr>
            <a:lvl3pPr algn="l">
              <a:buNone/>
              <a:defRPr sz="2000" b="0">
                <a:solidFill>
                  <a:srgbClr val="315D8A"/>
                </a:solidFill>
                <a:latin typeface="+mn-lt"/>
                <a:ea typeface="+mn-ea"/>
                <a:cs typeface="+mn-cs"/>
              </a:defRPr>
            </a:lvl3pPr>
            <a:lvl4pPr algn="l">
              <a:buNone/>
              <a:defRPr sz="2000" b="0">
                <a:solidFill>
                  <a:srgbClr val="315D8A"/>
                </a:solidFill>
                <a:latin typeface="+mn-lt"/>
                <a:ea typeface="+mn-ea"/>
                <a:cs typeface="+mn-cs"/>
              </a:defRPr>
            </a:lvl4pPr>
            <a:lvl5pPr algn="l">
              <a:buNone/>
              <a:defRPr sz="2000" b="0">
                <a:solidFill>
                  <a:srgbClr val="315D8A"/>
                </a:solidFill>
                <a:latin typeface="+mn-lt"/>
                <a:ea typeface="+mn-ea"/>
                <a:cs typeface="+mn-cs"/>
              </a:defRPr>
            </a:lvl5pPr>
            <a:lvl6pPr algn="l">
              <a:buNone/>
              <a:defRPr sz="2000" b="0">
                <a:solidFill>
                  <a:srgbClr val="315D8A"/>
                </a:solidFill>
                <a:latin typeface="+mn-lt"/>
                <a:ea typeface="+mn-ea"/>
                <a:cs typeface="+mn-cs"/>
              </a:defRPr>
            </a:lvl6pPr>
            <a:lvl7pPr algn="l">
              <a:buNone/>
              <a:defRPr sz="2000" b="0">
                <a:solidFill>
                  <a:srgbClr val="315D8A"/>
                </a:solidFill>
                <a:latin typeface="+mn-lt"/>
                <a:ea typeface="+mn-ea"/>
                <a:cs typeface="+mn-cs"/>
              </a:defRPr>
            </a:lvl7pPr>
            <a:lvl8pPr algn="l">
              <a:buNone/>
              <a:defRPr sz="2000" b="0">
                <a:solidFill>
                  <a:srgbClr val="315D8A"/>
                </a:solidFill>
                <a:latin typeface="+mn-lt"/>
                <a:ea typeface="+mn-ea"/>
                <a:cs typeface="+mn-cs"/>
              </a:defRPr>
            </a:lvl8pPr>
            <a:lvl9pPr algn="l">
              <a:buNone/>
              <a:defRPr sz="2000" b="0">
                <a:solidFill>
                  <a:srgbClr val="315D8A"/>
                </a:solidFill>
                <a:latin typeface="+mn-lt"/>
                <a:ea typeface="+mn-ea"/>
                <a:cs typeface="+mn-cs"/>
              </a:defRPr>
            </a:lvl9pPr>
          </a:lstStyle>
          <a:p>
            <a:pPr lvl="0">
              <a:defRPr/>
            </a:pPr>
            <a:r>
              <a:rPr/>
              <a:t>Click to edit next</a:t>
            </a:r>
            <a:endParaRPr/>
          </a:p>
        </p:txBody>
      </p:sp>
      <p:sp>
        <p:nvSpPr>
          <p:cNvPr id="2100668833"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320658585"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03E3B4CD-9A07-4E99-9DCC-D3A5FB396284}"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8 Questions">
    <p:bg>
      <p:bgPr shadeToTitle="0">
        <a:solidFill>
          <a:srgbClr val="FFFFFF"/>
        </a:solidFill>
      </p:bgPr>
    </p:bg>
    <p:spTree>
      <p:nvGrpSpPr>
        <p:cNvPr id="1" name=""/>
        <p:cNvGrpSpPr/>
        <p:nvPr/>
      </p:nvGrpSpPr>
      <p:grpSpPr bwMode="auto">
        <a:xfrm>
          <a:off x="0" y="0"/>
          <a:ext cx="0" cy="0"/>
          <a:chOff x="0" y="0"/>
          <a:chExt cx="0" cy="0"/>
        </a:xfrm>
      </p:grpSpPr>
      <p:sp>
        <p:nvSpPr>
          <p:cNvPr id="305701415" name="slot:title"/>
          <p:cNvSpPr>
            <a:spLocks noGrp="1"/>
          </p:cNvSpPr>
          <p:nvPr>
            <p:ph type="title" idx="0"/>
          </p:nvPr>
        </p:nvSpPr>
        <p:spPr bwMode="auto">
          <a:xfrm>
            <a:off x="762000" y="2590800"/>
            <a:ext cx="10668000" cy="1371600"/>
          </a:xfrm>
          <a:prstGeom prst="rect">
            <a:avLst/>
          </a:prstGeom>
          <a:noFill/>
          <a:ln w="0">
            <a:noFill/>
          </a:ln>
        </p:spPr>
        <p:txBody>
          <a:bodyPr wrap="square" lIns="0" tIns="0" rIns="0" bIns="0" anchor="t">
            <a:noAutofit/>
          </a:bodyPr>
          <a:lstStyle>
            <a:defPPr algn="l">
              <a:buNone/>
              <a:defRPr sz="5000" b="0">
                <a:solidFill>
                  <a:srgbClr val="142D45"/>
                </a:solidFill>
                <a:latin typeface="+mj-lt"/>
                <a:ea typeface="+mj-ea"/>
                <a:cs typeface="+mj-cs"/>
              </a:defRPr>
            </a:defPPr>
            <a:lvl1pPr algn="l">
              <a:buNone/>
              <a:defRPr sz="5000" b="0">
                <a:solidFill>
                  <a:srgbClr val="142D45"/>
                </a:solidFill>
                <a:latin typeface="+mj-lt"/>
                <a:ea typeface="+mj-ea"/>
                <a:cs typeface="+mj-cs"/>
              </a:defRPr>
            </a:lvl1pPr>
            <a:lvl2pPr algn="l">
              <a:buNone/>
              <a:defRPr sz="5000" b="0">
                <a:solidFill>
                  <a:srgbClr val="142D45"/>
                </a:solidFill>
                <a:latin typeface="+mj-lt"/>
                <a:ea typeface="+mj-ea"/>
                <a:cs typeface="+mj-cs"/>
              </a:defRPr>
            </a:lvl2pPr>
            <a:lvl3pPr algn="l">
              <a:buNone/>
              <a:defRPr sz="5000" b="0">
                <a:solidFill>
                  <a:srgbClr val="142D45"/>
                </a:solidFill>
                <a:latin typeface="+mj-lt"/>
                <a:ea typeface="+mj-ea"/>
                <a:cs typeface="+mj-cs"/>
              </a:defRPr>
            </a:lvl3pPr>
            <a:lvl4pPr algn="l">
              <a:buNone/>
              <a:defRPr sz="5000" b="0">
                <a:solidFill>
                  <a:srgbClr val="142D45"/>
                </a:solidFill>
                <a:latin typeface="+mj-lt"/>
                <a:ea typeface="+mj-ea"/>
                <a:cs typeface="+mj-cs"/>
              </a:defRPr>
            </a:lvl4pPr>
            <a:lvl5pPr algn="l">
              <a:buNone/>
              <a:defRPr sz="5000" b="0">
                <a:solidFill>
                  <a:srgbClr val="142D45"/>
                </a:solidFill>
                <a:latin typeface="+mj-lt"/>
                <a:ea typeface="+mj-ea"/>
                <a:cs typeface="+mj-cs"/>
              </a:defRPr>
            </a:lvl5pPr>
            <a:lvl6pPr algn="l">
              <a:buNone/>
              <a:defRPr sz="5000" b="0">
                <a:solidFill>
                  <a:srgbClr val="142D45"/>
                </a:solidFill>
                <a:latin typeface="+mj-lt"/>
                <a:ea typeface="+mj-ea"/>
                <a:cs typeface="+mj-cs"/>
              </a:defRPr>
            </a:lvl6pPr>
            <a:lvl7pPr algn="l">
              <a:buNone/>
              <a:defRPr sz="5000" b="0">
                <a:solidFill>
                  <a:srgbClr val="142D45"/>
                </a:solidFill>
                <a:latin typeface="+mj-lt"/>
                <a:ea typeface="+mj-ea"/>
                <a:cs typeface="+mj-cs"/>
              </a:defRPr>
            </a:lvl7pPr>
            <a:lvl8pPr algn="l">
              <a:buNone/>
              <a:defRPr sz="5000" b="0">
                <a:solidFill>
                  <a:srgbClr val="142D45"/>
                </a:solidFill>
                <a:latin typeface="+mj-lt"/>
                <a:ea typeface="+mj-ea"/>
                <a:cs typeface="+mj-cs"/>
              </a:defRPr>
            </a:lvl8pPr>
            <a:lvl9pPr algn="l">
              <a:buNone/>
              <a:defRPr sz="5000" b="0">
                <a:solidFill>
                  <a:srgbClr val="142D45"/>
                </a:solidFill>
                <a:latin typeface="+mj-lt"/>
                <a:ea typeface="+mj-ea"/>
                <a:cs typeface="+mj-cs"/>
              </a:defRPr>
            </a:lvl9pPr>
          </a:lstStyle>
          <a:p>
            <a:pPr lvl="0">
              <a:defRPr/>
            </a:pPr>
            <a:r>
              <a:rPr/>
              <a:t>Click to edit title</a:t>
            </a:r>
            <a:endParaRPr/>
          </a:p>
        </p:txBody>
      </p:sp>
      <p:sp>
        <p:nvSpPr>
          <p:cNvPr id="1935331315" name="slot:presenter"/>
          <p:cNvSpPr>
            <a:spLocks noGrp="1"/>
          </p:cNvSpPr>
          <p:nvPr>
            <p:ph type="body" idx="1"/>
          </p:nvPr>
        </p:nvSpPr>
        <p:spPr bwMode="auto">
          <a:xfrm>
            <a:off x="762000" y="5029200"/>
            <a:ext cx="10668000" cy="457200"/>
          </a:xfrm>
          <a:prstGeom prst="rect">
            <a:avLst/>
          </a:prstGeom>
          <a:noFill/>
          <a:ln w="0">
            <a:noFill/>
          </a:ln>
        </p:spPr>
        <p:txBody>
          <a:bodyPr wrap="square" lIns="0" tIns="0" rIns="0" bIns="0" anchor="t">
            <a:noAutofit/>
          </a:bodyPr>
          <a:lstStyle>
            <a:defPPr algn="l">
              <a:buNone/>
              <a:defRPr sz="2400" b="0">
                <a:solidFill>
                  <a:srgbClr val="182C3F"/>
                </a:solidFill>
                <a:latin typeface="+mn-lt"/>
                <a:ea typeface="+mn-ea"/>
                <a:cs typeface="+mn-cs"/>
              </a:defRPr>
            </a:defPPr>
            <a:lvl1pPr algn="l">
              <a:buNone/>
              <a:defRPr sz="2400" b="0">
                <a:solidFill>
                  <a:srgbClr val="182C3F"/>
                </a:solidFill>
                <a:latin typeface="+mn-lt"/>
                <a:ea typeface="+mn-ea"/>
                <a:cs typeface="+mn-cs"/>
              </a:defRPr>
            </a:lvl1pPr>
            <a:lvl2pPr algn="l">
              <a:buNone/>
              <a:defRPr sz="22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presenter</a:t>
            </a:r>
            <a:endParaRPr/>
          </a:p>
        </p:txBody>
      </p:sp>
      <p:sp>
        <p:nvSpPr>
          <p:cNvPr id="651880370" name="slot:affiliation"/>
          <p:cNvSpPr>
            <a:spLocks noGrp="1"/>
          </p:cNvSpPr>
          <p:nvPr>
            <p:ph type="body" idx="2"/>
          </p:nvPr>
        </p:nvSpPr>
        <p:spPr bwMode="auto">
          <a:xfrm>
            <a:off x="762000" y="5734050"/>
            <a:ext cx="10668000" cy="361950"/>
          </a:xfrm>
          <a:prstGeom prst="rect">
            <a:avLst/>
          </a:prstGeom>
          <a:noFill/>
          <a:ln w="0">
            <a:noFill/>
          </a:ln>
        </p:spPr>
        <p:txBody>
          <a:bodyPr wrap="square" lIns="0" tIns="0" rIns="0" bIns="0" anchor="t">
            <a:noAutofit/>
          </a:bodyPr>
          <a:lstStyle>
            <a:defPPr algn="l">
              <a:buNone/>
              <a:defRPr sz="2000" b="0">
                <a:solidFill>
                  <a:srgbClr val="52677A"/>
                </a:solidFill>
                <a:latin typeface="+mn-lt"/>
                <a:ea typeface="+mn-ea"/>
                <a:cs typeface="+mn-cs"/>
              </a:defRPr>
            </a:defPPr>
            <a:lvl1pPr algn="l">
              <a:buNone/>
              <a:defRPr sz="2000" b="0">
                <a:solidFill>
                  <a:srgbClr val="52677A"/>
                </a:solidFill>
                <a:latin typeface="+mn-lt"/>
                <a:ea typeface="+mn-ea"/>
                <a:cs typeface="+mn-cs"/>
              </a:defRPr>
            </a:lvl1pPr>
            <a:lvl2pPr algn="l">
              <a:buNone/>
              <a:defRPr sz="2000" b="0">
                <a:solidFill>
                  <a:srgbClr val="52677A"/>
                </a:solidFill>
                <a:latin typeface="+mn-lt"/>
                <a:ea typeface="+mn-ea"/>
                <a:cs typeface="+mn-cs"/>
              </a:defRPr>
            </a:lvl2pPr>
            <a:lvl3pPr algn="l">
              <a:buNone/>
              <a:defRPr sz="2000" b="0">
                <a:solidFill>
                  <a:srgbClr val="52677A"/>
                </a:solidFill>
                <a:latin typeface="+mn-lt"/>
                <a:ea typeface="+mn-ea"/>
                <a:cs typeface="+mn-cs"/>
              </a:defRPr>
            </a:lvl3pPr>
            <a:lvl4pPr algn="l">
              <a:buNone/>
              <a:defRPr sz="2000" b="0">
                <a:solidFill>
                  <a:srgbClr val="52677A"/>
                </a:solidFill>
                <a:latin typeface="+mn-lt"/>
                <a:ea typeface="+mn-ea"/>
                <a:cs typeface="+mn-cs"/>
              </a:defRPr>
            </a:lvl4pPr>
            <a:lvl5pPr algn="l">
              <a:buNone/>
              <a:defRPr sz="2000" b="0">
                <a:solidFill>
                  <a:srgbClr val="52677A"/>
                </a:solidFill>
                <a:latin typeface="+mn-lt"/>
                <a:ea typeface="+mn-ea"/>
                <a:cs typeface="+mn-cs"/>
              </a:defRPr>
            </a:lvl5pPr>
            <a:lvl6pPr algn="l">
              <a:buNone/>
              <a:defRPr sz="2000" b="0">
                <a:solidFill>
                  <a:srgbClr val="52677A"/>
                </a:solidFill>
                <a:latin typeface="+mn-lt"/>
                <a:ea typeface="+mn-ea"/>
                <a:cs typeface="+mn-cs"/>
              </a:defRPr>
            </a:lvl6pPr>
            <a:lvl7pPr algn="l">
              <a:buNone/>
              <a:defRPr sz="2000" b="0">
                <a:solidFill>
                  <a:srgbClr val="52677A"/>
                </a:solidFill>
                <a:latin typeface="+mn-lt"/>
                <a:ea typeface="+mn-ea"/>
                <a:cs typeface="+mn-cs"/>
              </a:defRPr>
            </a:lvl7pPr>
            <a:lvl8pPr algn="l">
              <a:buNone/>
              <a:defRPr sz="2000" b="0">
                <a:solidFill>
                  <a:srgbClr val="52677A"/>
                </a:solidFill>
                <a:latin typeface="+mn-lt"/>
                <a:ea typeface="+mn-ea"/>
                <a:cs typeface="+mn-cs"/>
              </a:defRPr>
            </a:lvl8pPr>
            <a:lvl9pPr algn="l">
              <a:buNone/>
              <a:defRPr sz="2000" b="0">
                <a:solidFill>
                  <a:srgbClr val="52677A"/>
                </a:solidFill>
                <a:latin typeface="+mn-lt"/>
                <a:ea typeface="+mn-ea"/>
                <a:cs typeface="+mn-cs"/>
              </a:defRPr>
            </a:lvl9pPr>
          </a:lstStyle>
          <a:p>
            <a:pPr lvl="0">
              <a:defRPr/>
            </a:pPr>
            <a:r>
              <a:rPr/>
              <a:t>Click to edit affiliation</a:t>
            </a:r>
            <a:endParaRPr/>
          </a:p>
        </p:txBody>
      </p:sp>
    </p:spTree>
  </p:cSld>
  <p:clrMapOvr>
    <a:masterClrMapping/>
  </p:clrMapOvr>
  <p:hf dt="0" ftr="0" hdr="0" sldNum="0"/>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19 Appendix divider">
    <p:bg>
      <p:bgPr shadeToTitle="0">
        <a:solidFill>
          <a:srgbClr val="FFFFFF"/>
        </a:solidFill>
      </p:bgPr>
    </p:bg>
    <p:spTree>
      <p:nvGrpSpPr>
        <p:cNvPr id="1" name=""/>
        <p:cNvGrpSpPr/>
        <p:nvPr/>
      </p:nvGrpSpPr>
      <p:grpSpPr bwMode="auto">
        <a:xfrm>
          <a:off x="0" y="0"/>
          <a:ext cx="0" cy="0"/>
          <a:chOff x="0" y="0"/>
          <a:chExt cx="0" cy="0"/>
        </a:xfrm>
      </p:grpSpPr>
      <p:sp>
        <p:nvSpPr>
          <p:cNvPr id="861859454" name="slot:section-number"/>
          <p:cNvSpPr>
            <a:spLocks noGrp="1"/>
          </p:cNvSpPr>
          <p:nvPr>
            <p:ph type="body" idx="0"/>
          </p:nvPr>
        </p:nvSpPr>
        <p:spPr bwMode="auto">
          <a:xfrm>
            <a:off x="762000" y="1847850"/>
            <a:ext cx="2857500" cy="819150"/>
          </a:xfrm>
          <a:prstGeom prst="rect">
            <a:avLst/>
          </a:prstGeom>
          <a:noFill/>
          <a:ln w="0">
            <a:noFill/>
          </a:ln>
        </p:spPr>
        <p:txBody>
          <a:bodyPr wrap="square" lIns="0" tIns="0" rIns="0" bIns="0" anchor="t">
            <a:noAutofit/>
          </a:bodyPr>
          <a:lstStyle>
            <a:defPPr algn="l">
              <a:buNone/>
              <a:defRPr sz="4000" b="0">
                <a:solidFill>
                  <a:srgbClr val="315D8A"/>
                </a:solidFill>
                <a:latin typeface="+mj-lt"/>
                <a:ea typeface="+mj-ea"/>
                <a:cs typeface="+mj-cs"/>
              </a:defRPr>
            </a:defPPr>
            <a:lvl1pPr algn="l">
              <a:buNone/>
              <a:defRPr sz="4000" b="0">
                <a:solidFill>
                  <a:srgbClr val="315D8A"/>
                </a:solidFill>
                <a:latin typeface="+mj-lt"/>
                <a:ea typeface="+mj-ea"/>
                <a:cs typeface="+mj-cs"/>
              </a:defRPr>
            </a:lvl1pPr>
            <a:lvl2pPr algn="l">
              <a:buNone/>
              <a:defRPr sz="3800" b="0">
                <a:solidFill>
                  <a:srgbClr val="315D8A"/>
                </a:solidFill>
                <a:latin typeface="+mj-lt"/>
                <a:ea typeface="+mj-ea"/>
                <a:cs typeface="+mj-cs"/>
              </a:defRPr>
            </a:lvl2pPr>
            <a:lvl3pPr algn="l">
              <a:buNone/>
              <a:defRPr sz="3600" b="0">
                <a:solidFill>
                  <a:srgbClr val="315D8A"/>
                </a:solidFill>
                <a:latin typeface="+mj-lt"/>
                <a:ea typeface="+mj-ea"/>
                <a:cs typeface="+mj-cs"/>
              </a:defRPr>
            </a:lvl3pPr>
            <a:lvl4pPr algn="l">
              <a:buNone/>
              <a:defRPr sz="3400" b="0">
                <a:solidFill>
                  <a:srgbClr val="315D8A"/>
                </a:solidFill>
                <a:latin typeface="+mj-lt"/>
                <a:ea typeface="+mj-ea"/>
                <a:cs typeface="+mj-cs"/>
              </a:defRPr>
            </a:lvl4pPr>
            <a:lvl5pPr algn="l">
              <a:buNone/>
              <a:defRPr sz="3200" b="0">
                <a:solidFill>
                  <a:srgbClr val="315D8A"/>
                </a:solidFill>
                <a:latin typeface="+mj-lt"/>
                <a:ea typeface="+mj-ea"/>
                <a:cs typeface="+mj-cs"/>
              </a:defRPr>
            </a:lvl5pPr>
            <a:lvl6pPr algn="l">
              <a:buNone/>
              <a:defRPr sz="3000" b="0">
                <a:solidFill>
                  <a:srgbClr val="315D8A"/>
                </a:solidFill>
                <a:latin typeface="+mj-lt"/>
                <a:ea typeface="+mj-ea"/>
                <a:cs typeface="+mj-cs"/>
              </a:defRPr>
            </a:lvl6pPr>
            <a:lvl7pPr algn="l">
              <a:buNone/>
              <a:defRPr sz="2800" b="0">
                <a:solidFill>
                  <a:srgbClr val="315D8A"/>
                </a:solidFill>
                <a:latin typeface="+mj-lt"/>
                <a:ea typeface="+mj-ea"/>
                <a:cs typeface="+mj-cs"/>
              </a:defRPr>
            </a:lvl7pPr>
            <a:lvl8pPr algn="l">
              <a:buNone/>
              <a:defRPr sz="2600" b="0">
                <a:solidFill>
                  <a:srgbClr val="315D8A"/>
                </a:solidFill>
                <a:latin typeface="+mj-lt"/>
                <a:ea typeface="+mj-ea"/>
                <a:cs typeface="+mj-cs"/>
              </a:defRPr>
            </a:lvl8pPr>
            <a:lvl9pPr algn="l">
              <a:buNone/>
              <a:defRPr sz="2400" b="0">
                <a:solidFill>
                  <a:srgbClr val="315D8A"/>
                </a:solidFill>
                <a:latin typeface="+mj-lt"/>
                <a:ea typeface="+mj-ea"/>
                <a:cs typeface="+mj-cs"/>
              </a:defRPr>
            </a:lvl9pPr>
          </a:lstStyle>
          <a:p>
            <a:pPr lvl="0">
              <a:defRPr/>
            </a:pPr>
            <a:r>
              <a:rPr/>
              <a:t>Click to edit section-number</a:t>
            </a:r>
            <a:endParaRPr/>
          </a:p>
        </p:txBody>
      </p:sp>
      <p:sp>
        <p:nvSpPr>
          <p:cNvPr id="5831348" name="slot:title"/>
          <p:cNvSpPr>
            <a:spLocks noGrp="1"/>
          </p:cNvSpPr>
          <p:nvPr>
            <p:ph type="title" idx="1"/>
          </p:nvPr>
        </p:nvSpPr>
        <p:spPr bwMode="auto">
          <a:xfrm>
            <a:off x="762000" y="3048000"/>
            <a:ext cx="10668000" cy="1238250"/>
          </a:xfrm>
          <a:prstGeom prst="rect">
            <a:avLst/>
          </a:prstGeom>
          <a:noFill/>
          <a:ln w="0">
            <a:noFill/>
          </a:ln>
        </p:spPr>
        <p:txBody>
          <a:bodyPr wrap="square" lIns="0" tIns="0" rIns="0" bIns="0" anchor="t">
            <a:noAutofit/>
          </a:bodyPr>
          <a:lstStyle>
            <a:defPPr algn="l">
              <a:buNone/>
              <a:defRPr sz="4800" b="0">
                <a:solidFill>
                  <a:srgbClr val="142D45"/>
                </a:solidFill>
                <a:latin typeface="+mj-lt"/>
                <a:ea typeface="+mj-ea"/>
                <a:cs typeface="+mj-cs"/>
              </a:defRPr>
            </a:defPPr>
            <a:lvl1pPr algn="l">
              <a:buNone/>
              <a:defRPr sz="4800" b="0">
                <a:solidFill>
                  <a:srgbClr val="142D45"/>
                </a:solidFill>
                <a:latin typeface="+mj-lt"/>
                <a:ea typeface="+mj-ea"/>
                <a:cs typeface="+mj-cs"/>
              </a:defRPr>
            </a:lvl1pPr>
            <a:lvl2pPr algn="l">
              <a:buNone/>
              <a:defRPr sz="4800" b="0">
                <a:solidFill>
                  <a:srgbClr val="142D45"/>
                </a:solidFill>
                <a:latin typeface="+mj-lt"/>
                <a:ea typeface="+mj-ea"/>
                <a:cs typeface="+mj-cs"/>
              </a:defRPr>
            </a:lvl2pPr>
            <a:lvl3pPr algn="l">
              <a:buNone/>
              <a:defRPr sz="4800" b="0">
                <a:solidFill>
                  <a:srgbClr val="142D45"/>
                </a:solidFill>
                <a:latin typeface="+mj-lt"/>
                <a:ea typeface="+mj-ea"/>
                <a:cs typeface="+mj-cs"/>
              </a:defRPr>
            </a:lvl3pPr>
            <a:lvl4pPr algn="l">
              <a:buNone/>
              <a:defRPr sz="4800" b="0">
                <a:solidFill>
                  <a:srgbClr val="142D45"/>
                </a:solidFill>
                <a:latin typeface="+mj-lt"/>
                <a:ea typeface="+mj-ea"/>
                <a:cs typeface="+mj-cs"/>
              </a:defRPr>
            </a:lvl4pPr>
            <a:lvl5pPr algn="l">
              <a:buNone/>
              <a:defRPr sz="4800" b="0">
                <a:solidFill>
                  <a:srgbClr val="142D45"/>
                </a:solidFill>
                <a:latin typeface="+mj-lt"/>
                <a:ea typeface="+mj-ea"/>
                <a:cs typeface="+mj-cs"/>
              </a:defRPr>
            </a:lvl5pPr>
            <a:lvl6pPr algn="l">
              <a:buNone/>
              <a:defRPr sz="4800" b="0">
                <a:solidFill>
                  <a:srgbClr val="142D45"/>
                </a:solidFill>
                <a:latin typeface="+mj-lt"/>
                <a:ea typeface="+mj-ea"/>
                <a:cs typeface="+mj-cs"/>
              </a:defRPr>
            </a:lvl6pPr>
            <a:lvl7pPr algn="l">
              <a:buNone/>
              <a:defRPr sz="4800" b="0">
                <a:solidFill>
                  <a:srgbClr val="142D45"/>
                </a:solidFill>
                <a:latin typeface="+mj-lt"/>
                <a:ea typeface="+mj-ea"/>
                <a:cs typeface="+mj-cs"/>
              </a:defRPr>
            </a:lvl7pPr>
            <a:lvl8pPr algn="l">
              <a:buNone/>
              <a:defRPr sz="4800" b="0">
                <a:solidFill>
                  <a:srgbClr val="142D45"/>
                </a:solidFill>
                <a:latin typeface="+mj-lt"/>
                <a:ea typeface="+mj-ea"/>
                <a:cs typeface="+mj-cs"/>
              </a:defRPr>
            </a:lvl8pPr>
            <a:lvl9pPr algn="l">
              <a:buNone/>
              <a:defRPr sz="4800" b="0">
                <a:solidFill>
                  <a:srgbClr val="142D45"/>
                </a:solidFill>
                <a:latin typeface="+mj-lt"/>
                <a:ea typeface="+mj-ea"/>
                <a:cs typeface="+mj-cs"/>
              </a:defRPr>
            </a:lvl9pPr>
          </a:lstStyle>
          <a:p>
            <a:pPr lvl="0">
              <a:defRPr/>
            </a:pPr>
            <a:r>
              <a:rPr/>
              <a:t>Click to edit title</a:t>
            </a:r>
            <a:endParaRPr/>
          </a:p>
        </p:txBody>
      </p:sp>
      <p:sp>
        <p:nvSpPr>
          <p:cNvPr id="1147302867" name="slot:subtitle"/>
          <p:cNvSpPr>
            <a:spLocks noGrp="1"/>
          </p:cNvSpPr>
          <p:nvPr>
            <p:ph type="subTitle" idx="2"/>
          </p:nvPr>
        </p:nvSpPr>
        <p:spPr bwMode="auto">
          <a:xfrm>
            <a:off x="762000" y="4791075"/>
            <a:ext cx="10668000" cy="495300"/>
          </a:xfrm>
          <a:prstGeom prst="rect">
            <a:avLst/>
          </a:prstGeom>
          <a:noFill/>
          <a:ln w="0">
            <a:noFill/>
          </a:ln>
        </p:spPr>
        <p:txBody>
          <a:bodyPr wrap="square" lIns="0" tIns="0" rIns="0" bIns="0" anchor="t">
            <a:noAutofit/>
          </a:bodyPr>
          <a:lstStyle>
            <a:defPPr algn="l">
              <a:buNone/>
              <a:defRPr sz="2400" b="0">
                <a:solidFill>
                  <a:srgbClr val="52677A"/>
                </a:solidFill>
                <a:latin typeface="+mn-lt"/>
                <a:ea typeface="+mn-ea"/>
                <a:cs typeface="+mn-cs"/>
              </a:defRPr>
            </a:defPPr>
            <a:lvl1pPr algn="l">
              <a:buNone/>
              <a:defRPr sz="2400" b="0">
                <a:solidFill>
                  <a:srgbClr val="52677A"/>
                </a:solidFill>
                <a:latin typeface="+mn-lt"/>
                <a:ea typeface="+mn-ea"/>
                <a:cs typeface="+mn-cs"/>
              </a:defRPr>
            </a:lvl1pPr>
            <a:lvl2pPr algn="l">
              <a:buNone/>
              <a:defRPr sz="2400" b="0">
                <a:solidFill>
                  <a:srgbClr val="52677A"/>
                </a:solidFill>
                <a:latin typeface="+mn-lt"/>
                <a:ea typeface="+mn-ea"/>
                <a:cs typeface="+mn-cs"/>
              </a:defRPr>
            </a:lvl2pPr>
            <a:lvl3pPr algn="l">
              <a:buNone/>
              <a:defRPr sz="2400" b="0">
                <a:solidFill>
                  <a:srgbClr val="52677A"/>
                </a:solidFill>
                <a:latin typeface="+mn-lt"/>
                <a:ea typeface="+mn-ea"/>
                <a:cs typeface="+mn-cs"/>
              </a:defRPr>
            </a:lvl3pPr>
            <a:lvl4pPr algn="l">
              <a:buNone/>
              <a:defRPr sz="2400" b="0">
                <a:solidFill>
                  <a:srgbClr val="52677A"/>
                </a:solidFill>
                <a:latin typeface="+mn-lt"/>
                <a:ea typeface="+mn-ea"/>
                <a:cs typeface="+mn-cs"/>
              </a:defRPr>
            </a:lvl4pPr>
            <a:lvl5pPr algn="l">
              <a:buNone/>
              <a:defRPr sz="2400" b="0">
                <a:solidFill>
                  <a:srgbClr val="52677A"/>
                </a:solidFill>
                <a:latin typeface="+mn-lt"/>
                <a:ea typeface="+mn-ea"/>
                <a:cs typeface="+mn-cs"/>
              </a:defRPr>
            </a:lvl5pPr>
            <a:lvl6pPr algn="l">
              <a:buNone/>
              <a:defRPr sz="2400" b="0">
                <a:solidFill>
                  <a:srgbClr val="52677A"/>
                </a:solidFill>
                <a:latin typeface="+mn-lt"/>
                <a:ea typeface="+mn-ea"/>
                <a:cs typeface="+mn-cs"/>
              </a:defRPr>
            </a:lvl6pPr>
            <a:lvl7pPr algn="l">
              <a:buNone/>
              <a:defRPr sz="2400" b="0">
                <a:solidFill>
                  <a:srgbClr val="52677A"/>
                </a:solidFill>
                <a:latin typeface="+mn-lt"/>
                <a:ea typeface="+mn-ea"/>
                <a:cs typeface="+mn-cs"/>
              </a:defRPr>
            </a:lvl7pPr>
            <a:lvl8pPr algn="l">
              <a:buNone/>
              <a:defRPr sz="2400" b="0">
                <a:solidFill>
                  <a:srgbClr val="52677A"/>
                </a:solidFill>
                <a:latin typeface="+mn-lt"/>
                <a:ea typeface="+mn-ea"/>
                <a:cs typeface="+mn-cs"/>
              </a:defRPr>
            </a:lvl8pPr>
            <a:lvl9pPr algn="l">
              <a:buNone/>
              <a:defRPr sz="2400" b="0">
                <a:solidFill>
                  <a:srgbClr val="52677A"/>
                </a:solidFill>
                <a:latin typeface="+mn-lt"/>
                <a:ea typeface="+mn-ea"/>
                <a:cs typeface="+mn-cs"/>
              </a:defRPr>
            </a:lvl9pPr>
          </a:lstStyle>
          <a:p>
            <a:pPr lvl="0">
              <a:defRPr/>
            </a:pPr>
            <a:r>
              <a:rPr/>
              <a:t>Click to edit subtitle</a:t>
            </a:r>
            <a:endParaRPr/>
          </a:p>
        </p:txBody>
      </p:sp>
      <p:sp>
        <p:nvSpPr>
          <p:cNvPr id="993931990"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857992501"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07157D9-DF7C-453D-819D-EDF35C030D70}"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cust" userDrawn="1">
  <p:cSld name="20 References">
    <p:bg>
      <p:bgPr shadeToTitle="0">
        <a:solidFill>
          <a:srgbClr val="FFFFFF"/>
        </a:solidFill>
      </p:bgPr>
    </p:bg>
    <p:spTree>
      <p:nvGrpSpPr>
        <p:cNvPr id="1" name=""/>
        <p:cNvGrpSpPr/>
        <p:nvPr/>
      </p:nvGrpSpPr>
      <p:grpSpPr bwMode="auto">
        <a:xfrm>
          <a:off x="0" y="0"/>
          <a:ext cx="0" cy="0"/>
          <a:chOff x="0" y="0"/>
          <a:chExt cx="0" cy="0"/>
        </a:xfrm>
      </p:grpSpPr>
      <p:sp>
        <p:nvSpPr>
          <p:cNvPr id="1396439512" name="slot:title"/>
          <p:cNvSpPr>
            <a:spLocks noGrp="1"/>
          </p:cNvSpPr>
          <p:nvPr>
            <p:ph type="title" idx="0"/>
          </p:nvPr>
        </p:nvSpPr>
        <p:spPr bwMode="auto">
          <a:xfrm>
            <a:off x="762000" y="571500"/>
            <a:ext cx="10668000" cy="1219200"/>
          </a:xfrm>
          <a:prstGeom prst="rect">
            <a:avLst/>
          </a:prstGeom>
          <a:noFill/>
          <a:ln w="0">
            <a:noFill/>
          </a:ln>
        </p:spPr>
        <p:txBody>
          <a:bodyPr wrap="square" lIns="0" tIns="0" rIns="0" bIns="0" anchor="t">
            <a:noAutofit/>
          </a:bodyPr>
          <a:lstStyle>
            <a:defPPr algn="l">
              <a:buNone/>
              <a:defRPr sz="3600" b="0">
                <a:solidFill>
                  <a:srgbClr val="142D45"/>
                </a:solidFill>
                <a:latin typeface="+mj-lt"/>
                <a:ea typeface="+mj-ea"/>
                <a:cs typeface="+mj-cs"/>
              </a:defRPr>
            </a:defPPr>
            <a:lvl1pPr algn="l">
              <a:buNone/>
              <a:defRPr sz="3600" b="0">
                <a:solidFill>
                  <a:srgbClr val="142D45"/>
                </a:solidFill>
                <a:latin typeface="+mj-lt"/>
                <a:ea typeface="+mj-ea"/>
                <a:cs typeface="+mj-cs"/>
              </a:defRPr>
            </a:lvl1pPr>
            <a:lvl2pPr algn="l">
              <a:buNone/>
              <a:defRPr sz="3600" b="0">
                <a:solidFill>
                  <a:srgbClr val="142D45"/>
                </a:solidFill>
                <a:latin typeface="+mj-lt"/>
                <a:ea typeface="+mj-ea"/>
                <a:cs typeface="+mj-cs"/>
              </a:defRPr>
            </a:lvl2pPr>
            <a:lvl3pPr algn="l">
              <a:buNone/>
              <a:defRPr sz="3600" b="0">
                <a:solidFill>
                  <a:srgbClr val="142D45"/>
                </a:solidFill>
                <a:latin typeface="+mj-lt"/>
                <a:ea typeface="+mj-ea"/>
                <a:cs typeface="+mj-cs"/>
              </a:defRPr>
            </a:lvl3pPr>
            <a:lvl4pPr algn="l">
              <a:buNone/>
              <a:defRPr sz="3600" b="0">
                <a:solidFill>
                  <a:srgbClr val="142D45"/>
                </a:solidFill>
                <a:latin typeface="+mj-lt"/>
                <a:ea typeface="+mj-ea"/>
                <a:cs typeface="+mj-cs"/>
              </a:defRPr>
            </a:lvl4pPr>
            <a:lvl5pPr algn="l">
              <a:buNone/>
              <a:defRPr sz="3600" b="0">
                <a:solidFill>
                  <a:srgbClr val="142D45"/>
                </a:solidFill>
                <a:latin typeface="+mj-lt"/>
                <a:ea typeface="+mj-ea"/>
                <a:cs typeface="+mj-cs"/>
              </a:defRPr>
            </a:lvl5pPr>
            <a:lvl6pPr algn="l">
              <a:buNone/>
              <a:defRPr sz="3600" b="0">
                <a:solidFill>
                  <a:srgbClr val="142D45"/>
                </a:solidFill>
                <a:latin typeface="+mj-lt"/>
                <a:ea typeface="+mj-ea"/>
                <a:cs typeface="+mj-cs"/>
              </a:defRPr>
            </a:lvl6pPr>
            <a:lvl7pPr algn="l">
              <a:buNone/>
              <a:defRPr sz="3600" b="0">
                <a:solidFill>
                  <a:srgbClr val="142D45"/>
                </a:solidFill>
                <a:latin typeface="+mj-lt"/>
                <a:ea typeface="+mj-ea"/>
                <a:cs typeface="+mj-cs"/>
              </a:defRPr>
            </a:lvl7pPr>
            <a:lvl8pPr algn="l">
              <a:buNone/>
              <a:defRPr sz="3600" b="0">
                <a:solidFill>
                  <a:srgbClr val="142D45"/>
                </a:solidFill>
                <a:latin typeface="+mj-lt"/>
                <a:ea typeface="+mj-ea"/>
                <a:cs typeface="+mj-cs"/>
              </a:defRPr>
            </a:lvl8pPr>
            <a:lvl9pPr algn="l">
              <a:buNone/>
              <a:defRPr sz="3600" b="0">
                <a:solidFill>
                  <a:srgbClr val="142D45"/>
                </a:solidFill>
                <a:latin typeface="+mj-lt"/>
                <a:ea typeface="+mj-ea"/>
                <a:cs typeface="+mj-cs"/>
              </a:defRPr>
            </a:lvl9pPr>
          </a:lstStyle>
          <a:p>
            <a:pPr lvl="0">
              <a:defRPr/>
            </a:pPr>
            <a:r>
              <a:rPr/>
              <a:t>Click to edit title</a:t>
            </a:r>
            <a:endParaRPr/>
          </a:p>
        </p:txBody>
      </p:sp>
      <p:sp>
        <p:nvSpPr>
          <p:cNvPr id="1383739869" name="slot:references"/>
          <p:cNvSpPr>
            <a:spLocks noGrp="1"/>
          </p:cNvSpPr>
          <p:nvPr>
            <p:ph type="body" idx="1"/>
          </p:nvPr>
        </p:nvSpPr>
        <p:spPr bwMode="auto">
          <a:xfrm>
            <a:off x="762000" y="2152650"/>
            <a:ext cx="10668000" cy="3524250"/>
          </a:xfrm>
          <a:prstGeom prst="rect">
            <a:avLst/>
          </a:prstGeom>
          <a:noFill/>
          <a:ln w="0">
            <a:noFill/>
          </a:ln>
        </p:spPr>
        <p:txBody>
          <a:bodyPr wrap="square" lIns="0" tIns="0" rIns="0" bIns="0" anchor="t">
            <a:noAutofit/>
          </a:bodyPr>
          <a:lstStyle>
            <a:defPPr algn="l">
              <a:buNone/>
              <a:defRPr sz="1600" b="0">
                <a:solidFill>
                  <a:srgbClr val="182C3F"/>
                </a:solidFill>
                <a:latin typeface="+mn-lt"/>
                <a:ea typeface="+mn-ea"/>
                <a:cs typeface="+mn-cs"/>
              </a:defRPr>
            </a:defPPr>
            <a:lvl1pPr algn="l">
              <a:buNone/>
              <a:defRPr sz="2000" b="0">
                <a:solidFill>
                  <a:srgbClr val="182C3F"/>
                </a:solidFill>
                <a:latin typeface="+mn-lt"/>
                <a:ea typeface="+mn-ea"/>
                <a:cs typeface="+mn-cs"/>
              </a:defRPr>
            </a:lvl1pPr>
            <a:lvl2pPr algn="l">
              <a:buNone/>
              <a:defRPr sz="2000" b="0">
                <a:solidFill>
                  <a:srgbClr val="182C3F"/>
                </a:solidFill>
                <a:latin typeface="+mn-lt"/>
                <a:ea typeface="+mn-ea"/>
                <a:cs typeface="+mn-cs"/>
              </a:defRPr>
            </a:lvl2pPr>
            <a:lvl3pPr algn="l">
              <a:buNone/>
              <a:defRPr sz="2000" b="0">
                <a:solidFill>
                  <a:srgbClr val="182C3F"/>
                </a:solidFill>
                <a:latin typeface="+mn-lt"/>
                <a:ea typeface="+mn-ea"/>
                <a:cs typeface="+mn-cs"/>
              </a:defRPr>
            </a:lvl3pPr>
            <a:lvl4pPr algn="l">
              <a:buNone/>
              <a:defRPr sz="2000" b="0">
                <a:solidFill>
                  <a:srgbClr val="182C3F"/>
                </a:solidFill>
                <a:latin typeface="+mn-lt"/>
                <a:ea typeface="+mn-ea"/>
                <a:cs typeface="+mn-cs"/>
              </a:defRPr>
            </a:lvl4pPr>
            <a:lvl5pPr algn="l">
              <a:buNone/>
              <a:defRPr sz="2000" b="0">
                <a:solidFill>
                  <a:srgbClr val="182C3F"/>
                </a:solidFill>
                <a:latin typeface="+mn-lt"/>
                <a:ea typeface="+mn-ea"/>
                <a:cs typeface="+mn-cs"/>
              </a:defRPr>
            </a:lvl5pPr>
            <a:lvl6pPr algn="l">
              <a:buNone/>
              <a:defRPr sz="2000" b="0">
                <a:solidFill>
                  <a:srgbClr val="182C3F"/>
                </a:solidFill>
                <a:latin typeface="+mn-lt"/>
                <a:ea typeface="+mn-ea"/>
                <a:cs typeface="+mn-cs"/>
              </a:defRPr>
            </a:lvl6pPr>
            <a:lvl7pPr algn="l">
              <a:buNone/>
              <a:defRPr sz="2000" b="0">
                <a:solidFill>
                  <a:srgbClr val="182C3F"/>
                </a:solidFill>
                <a:latin typeface="+mn-lt"/>
                <a:ea typeface="+mn-ea"/>
                <a:cs typeface="+mn-cs"/>
              </a:defRPr>
            </a:lvl7pPr>
            <a:lvl8pPr algn="l">
              <a:buNone/>
              <a:defRPr sz="2000" b="0">
                <a:solidFill>
                  <a:srgbClr val="182C3F"/>
                </a:solidFill>
                <a:latin typeface="+mn-lt"/>
                <a:ea typeface="+mn-ea"/>
                <a:cs typeface="+mn-cs"/>
              </a:defRPr>
            </a:lvl8pPr>
            <a:lvl9pPr algn="l">
              <a:buNone/>
              <a:defRPr sz="2000" b="0">
                <a:solidFill>
                  <a:srgbClr val="182C3F"/>
                </a:solidFill>
                <a:latin typeface="+mn-lt"/>
                <a:ea typeface="+mn-ea"/>
                <a:cs typeface="+mn-cs"/>
              </a:defRPr>
            </a:lvl9pPr>
          </a:lstStyle>
          <a:p>
            <a:pPr lvl="0">
              <a:defRPr/>
            </a:pPr>
            <a:r>
              <a:rPr/>
              <a:t>Click to edit references</a:t>
            </a:r>
            <a:endParaRPr/>
          </a:p>
        </p:txBody>
      </p:sp>
      <p:sp>
        <p:nvSpPr>
          <p:cNvPr id="2120434503"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556732899"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7D2D150-5422-4F77-9B92-07F3812357FC}" type="slidenum">
              <a:rPr sz="1100" b="0">
                <a:solidFill>
                  <a:srgbClr val="52677A"/>
                </a:solidFill>
                <a:latin typeface="Arial"/>
                <a:ea typeface="Arial"/>
                <a:cs typeface="Arial"/>
              </a:rPr>
              <a:t>1</a:t>
            </a:fld>
            <a:endParaRPr/>
          </a:p>
        </p:txBody>
      </p:sp>
    </p:spTree>
  </p:cSld>
  <p:clrMapOvr>
    <a:masterClrMapping/>
  </p:clrMapOvr>
  <p:hf dt="0" ftr="1" hdr="0" sldNum="1"/>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marL="0" indent="0" algn="l">
        <a:lnSpc>
          <a:spcPct val="110000"/>
        </a:lnSpc>
        <a:buNone/>
        <a:defRPr sz="3600" b="0">
          <a:solidFill>
            <a:srgbClr val="142D45"/>
          </a:solidFill>
          <a:latin typeface="+mj-lt"/>
          <a:ea typeface="+mj-ea"/>
          <a:cs typeface="+mj-cs"/>
        </a:defRPr>
      </a:lvl1pPr>
      <a:lvl2pPr marL="0" indent="0" algn="l">
        <a:lnSpc>
          <a:spcPct val="110000"/>
        </a:lnSpc>
        <a:buNone/>
        <a:defRPr sz="3600" b="0">
          <a:solidFill>
            <a:srgbClr val="142D45"/>
          </a:solidFill>
          <a:latin typeface="+mj-lt"/>
          <a:ea typeface="+mj-ea"/>
          <a:cs typeface="+mj-cs"/>
        </a:defRPr>
      </a:lvl2pPr>
      <a:lvl3pPr marL="0" indent="0" algn="l">
        <a:lnSpc>
          <a:spcPct val="110000"/>
        </a:lnSpc>
        <a:buNone/>
        <a:defRPr sz="3600" b="0">
          <a:solidFill>
            <a:srgbClr val="142D45"/>
          </a:solidFill>
          <a:latin typeface="+mj-lt"/>
          <a:ea typeface="+mj-ea"/>
          <a:cs typeface="+mj-cs"/>
        </a:defRPr>
      </a:lvl3pPr>
      <a:lvl4pPr marL="0" indent="0" algn="l">
        <a:lnSpc>
          <a:spcPct val="110000"/>
        </a:lnSpc>
        <a:buNone/>
        <a:defRPr sz="3600" b="0">
          <a:solidFill>
            <a:srgbClr val="142D45"/>
          </a:solidFill>
          <a:latin typeface="+mj-lt"/>
          <a:ea typeface="+mj-ea"/>
          <a:cs typeface="+mj-cs"/>
        </a:defRPr>
      </a:lvl4pPr>
      <a:lvl5pPr marL="0" indent="0" algn="l">
        <a:lnSpc>
          <a:spcPct val="110000"/>
        </a:lnSpc>
        <a:buNone/>
        <a:defRPr sz="3600" b="0">
          <a:solidFill>
            <a:srgbClr val="142D45"/>
          </a:solidFill>
          <a:latin typeface="+mj-lt"/>
          <a:ea typeface="+mj-ea"/>
          <a:cs typeface="+mj-cs"/>
        </a:defRPr>
      </a:lvl5pPr>
      <a:lvl6pPr marL="0" indent="0" algn="l">
        <a:lnSpc>
          <a:spcPct val="110000"/>
        </a:lnSpc>
        <a:buNone/>
        <a:defRPr sz="3600" b="0">
          <a:solidFill>
            <a:srgbClr val="142D45"/>
          </a:solidFill>
          <a:latin typeface="+mj-lt"/>
          <a:ea typeface="+mj-ea"/>
          <a:cs typeface="+mj-cs"/>
        </a:defRPr>
      </a:lvl6pPr>
      <a:lvl7pPr marL="0" indent="0" algn="l">
        <a:lnSpc>
          <a:spcPct val="110000"/>
        </a:lnSpc>
        <a:buNone/>
        <a:defRPr sz="3600" b="0">
          <a:solidFill>
            <a:srgbClr val="142D45"/>
          </a:solidFill>
          <a:latin typeface="+mj-lt"/>
          <a:ea typeface="+mj-ea"/>
          <a:cs typeface="+mj-cs"/>
        </a:defRPr>
      </a:lvl7pPr>
      <a:lvl8pPr marL="0" indent="0" algn="l">
        <a:lnSpc>
          <a:spcPct val="110000"/>
        </a:lnSpc>
        <a:buNone/>
        <a:defRPr sz="3600" b="0">
          <a:solidFill>
            <a:srgbClr val="142D45"/>
          </a:solidFill>
          <a:latin typeface="+mj-lt"/>
          <a:ea typeface="+mj-ea"/>
          <a:cs typeface="+mj-cs"/>
        </a:defRPr>
      </a:lvl8pPr>
      <a:lvl9pPr marL="0" indent="0" algn="l">
        <a:lnSpc>
          <a:spcPct val="110000"/>
        </a:lnSpc>
        <a:buNone/>
        <a:defRPr sz="3600" b="0">
          <a:solidFill>
            <a:srgbClr val="142D45"/>
          </a:solidFill>
          <a:latin typeface="+mj-lt"/>
          <a:ea typeface="+mj-ea"/>
          <a:cs typeface="+mj-cs"/>
        </a:defRPr>
      </a:lvl9pPr>
    </p:titleStyle>
    <p:bodyStyle>
      <a:lvl1pPr marL="0" indent="0" algn="l">
        <a:lnSpc>
          <a:spcPct val="110000"/>
        </a:lnSpc>
        <a:buNone/>
        <a:defRPr sz="2400" b="0">
          <a:solidFill>
            <a:srgbClr val="182C3F"/>
          </a:solidFill>
          <a:latin typeface="+mn-lt"/>
          <a:ea typeface="+mn-ea"/>
          <a:cs typeface="+mn-cs"/>
        </a:defRPr>
      </a:lvl1pPr>
      <a:lvl2pPr marL="0" indent="0" algn="l">
        <a:lnSpc>
          <a:spcPct val="110000"/>
        </a:lnSpc>
        <a:buNone/>
        <a:defRPr sz="2200" b="0">
          <a:solidFill>
            <a:srgbClr val="182C3F"/>
          </a:solidFill>
          <a:latin typeface="+mn-lt"/>
          <a:ea typeface="+mn-ea"/>
          <a:cs typeface="+mn-cs"/>
        </a:defRPr>
      </a:lvl2pPr>
      <a:lvl3pPr marL="0" indent="0" algn="l">
        <a:lnSpc>
          <a:spcPct val="110000"/>
        </a:lnSpc>
        <a:buNone/>
        <a:defRPr sz="2000" b="0">
          <a:solidFill>
            <a:srgbClr val="182C3F"/>
          </a:solidFill>
          <a:latin typeface="+mn-lt"/>
          <a:ea typeface="+mn-ea"/>
          <a:cs typeface="+mn-cs"/>
        </a:defRPr>
      </a:lvl3pPr>
      <a:lvl4pPr marL="0" indent="0" algn="l">
        <a:lnSpc>
          <a:spcPct val="110000"/>
        </a:lnSpc>
        <a:buNone/>
        <a:defRPr sz="2000" b="0">
          <a:solidFill>
            <a:srgbClr val="182C3F"/>
          </a:solidFill>
          <a:latin typeface="+mn-lt"/>
          <a:ea typeface="+mn-ea"/>
          <a:cs typeface="+mn-cs"/>
        </a:defRPr>
      </a:lvl4pPr>
      <a:lvl5pPr marL="0" indent="0" algn="l">
        <a:lnSpc>
          <a:spcPct val="110000"/>
        </a:lnSpc>
        <a:buNone/>
        <a:defRPr sz="2000" b="0">
          <a:solidFill>
            <a:srgbClr val="182C3F"/>
          </a:solidFill>
          <a:latin typeface="+mn-lt"/>
          <a:ea typeface="+mn-ea"/>
          <a:cs typeface="+mn-cs"/>
        </a:defRPr>
      </a:lvl5pPr>
      <a:lvl6pPr marL="0" indent="0" algn="l">
        <a:lnSpc>
          <a:spcPct val="110000"/>
        </a:lnSpc>
        <a:buNone/>
        <a:defRPr sz="2000" b="0">
          <a:solidFill>
            <a:srgbClr val="182C3F"/>
          </a:solidFill>
          <a:latin typeface="+mn-lt"/>
          <a:ea typeface="+mn-ea"/>
          <a:cs typeface="+mn-cs"/>
        </a:defRPr>
      </a:lvl6pPr>
      <a:lvl7pPr marL="0" indent="0" algn="l">
        <a:lnSpc>
          <a:spcPct val="110000"/>
        </a:lnSpc>
        <a:buNone/>
        <a:defRPr sz="2000" b="0">
          <a:solidFill>
            <a:srgbClr val="182C3F"/>
          </a:solidFill>
          <a:latin typeface="+mn-lt"/>
          <a:ea typeface="+mn-ea"/>
          <a:cs typeface="+mn-cs"/>
        </a:defRPr>
      </a:lvl7pPr>
      <a:lvl8pPr marL="0" indent="0" algn="l">
        <a:lnSpc>
          <a:spcPct val="110000"/>
        </a:lnSpc>
        <a:buNone/>
        <a:defRPr sz="2000" b="0">
          <a:solidFill>
            <a:srgbClr val="182C3F"/>
          </a:solidFill>
          <a:latin typeface="+mn-lt"/>
          <a:ea typeface="+mn-ea"/>
          <a:cs typeface="+mn-cs"/>
        </a:defRPr>
      </a:lvl8pPr>
      <a:lvl9pPr marL="0" indent="0" algn="l">
        <a:lnSpc>
          <a:spcPct val="110000"/>
        </a:lnSpc>
        <a:buNone/>
        <a:defRPr sz="2000" b="0">
          <a:solidFill>
            <a:srgbClr val="182C3F"/>
          </a:solidFill>
          <a:latin typeface="+mn-lt"/>
          <a:ea typeface="+mn-ea"/>
          <a:cs typeface="+mn-cs"/>
        </a:defRPr>
      </a:lvl9pPr>
    </p:bodyStyle>
    <p:otherStyle>
      <a:lvl1pPr marL="0" indent="0" algn="l">
        <a:lnSpc>
          <a:spcPct val="110000"/>
        </a:lnSpc>
        <a:buNone/>
        <a:defRPr sz="2400" b="0">
          <a:solidFill>
            <a:srgbClr val="182C3F"/>
          </a:solidFill>
          <a:latin typeface="+mn-lt"/>
          <a:ea typeface="+mn-ea"/>
          <a:cs typeface="+mn-cs"/>
        </a:defRPr>
      </a:lvl1pPr>
      <a:lvl2pPr marL="0" indent="0" algn="l">
        <a:lnSpc>
          <a:spcPct val="110000"/>
        </a:lnSpc>
        <a:buNone/>
        <a:defRPr sz="2200" b="0">
          <a:solidFill>
            <a:srgbClr val="182C3F"/>
          </a:solidFill>
          <a:latin typeface="+mn-lt"/>
          <a:ea typeface="+mn-ea"/>
          <a:cs typeface="+mn-cs"/>
        </a:defRPr>
      </a:lvl2pPr>
      <a:lvl3pPr marL="0" indent="0" algn="l">
        <a:lnSpc>
          <a:spcPct val="110000"/>
        </a:lnSpc>
        <a:buNone/>
        <a:defRPr sz="2000" b="0">
          <a:solidFill>
            <a:srgbClr val="182C3F"/>
          </a:solidFill>
          <a:latin typeface="+mn-lt"/>
          <a:ea typeface="+mn-ea"/>
          <a:cs typeface="+mn-cs"/>
        </a:defRPr>
      </a:lvl3pPr>
      <a:lvl4pPr marL="0" indent="0" algn="l">
        <a:lnSpc>
          <a:spcPct val="110000"/>
        </a:lnSpc>
        <a:buNone/>
        <a:defRPr sz="2000" b="0">
          <a:solidFill>
            <a:srgbClr val="182C3F"/>
          </a:solidFill>
          <a:latin typeface="+mn-lt"/>
          <a:ea typeface="+mn-ea"/>
          <a:cs typeface="+mn-cs"/>
        </a:defRPr>
      </a:lvl4pPr>
      <a:lvl5pPr marL="0" indent="0" algn="l">
        <a:lnSpc>
          <a:spcPct val="110000"/>
        </a:lnSpc>
        <a:buNone/>
        <a:defRPr sz="2000" b="0">
          <a:solidFill>
            <a:srgbClr val="182C3F"/>
          </a:solidFill>
          <a:latin typeface="+mn-lt"/>
          <a:ea typeface="+mn-ea"/>
          <a:cs typeface="+mn-cs"/>
        </a:defRPr>
      </a:lvl5pPr>
      <a:lvl6pPr marL="0" indent="0" algn="l">
        <a:lnSpc>
          <a:spcPct val="110000"/>
        </a:lnSpc>
        <a:buNone/>
        <a:defRPr sz="2000" b="0">
          <a:solidFill>
            <a:srgbClr val="182C3F"/>
          </a:solidFill>
          <a:latin typeface="+mn-lt"/>
          <a:ea typeface="+mn-ea"/>
          <a:cs typeface="+mn-cs"/>
        </a:defRPr>
      </a:lvl6pPr>
      <a:lvl7pPr marL="0" indent="0" algn="l">
        <a:lnSpc>
          <a:spcPct val="110000"/>
        </a:lnSpc>
        <a:buNone/>
        <a:defRPr sz="2000" b="0">
          <a:solidFill>
            <a:srgbClr val="182C3F"/>
          </a:solidFill>
          <a:latin typeface="+mn-lt"/>
          <a:ea typeface="+mn-ea"/>
          <a:cs typeface="+mn-cs"/>
        </a:defRPr>
      </a:lvl7pPr>
      <a:lvl8pPr marL="0" indent="0" algn="l">
        <a:lnSpc>
          <a:spcPct val="110000"/>
        </a:lnSpc>
        <a:buNone/>
        <a:defRPr sz="2000" b="0">
          <a:solidFill>
            <a:srgbClr val="182C3F"/>
          </a:solidFill>
          <a:latin typeface="+mn-lt"/>
          <a:ea typeface="+mn-ea"/>
          <a:cs typeface="+mn-cs"/>
        </a:defRPr>
      </a:lvl8pPr>
      <a:lvl9pPr marL="0" indent="0" algn="l">
        <a:lnSpc>
          <a:spcPct val="110000"/>
        </a:lnSpc>
        <a:buNone/>
        <a:defRPr sz="2000" b="0">
          <a:solidFill>
            <a:srgbClr val="182C3F"/>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chart" Target="../charts/chart1.xml" /></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1404508" name="Text Placeholder 1"/>
          <p:cNvSpPr>
            <a:spLocks noGrp="1"/>
          </p:cNvSpPr>
          <p:nvPr>
            <p:ph type="body"/>
          </p:nvPr>
        </p:nvSpPr>
        <p:spPr bwMode="auto"/>
        <p:txBody>
          <a:bodyPr/>
          <a:lstStyle/>
          <a:p>
            <a:pPr>
              <a:defRPr/>
            </a:pPr>
            <a:r>
              <a:rPr/>
              <a:t>The University of Tokyo</a:t>
            </a:r>
            <a:endParaRPr/>
          </a:p>
        </p:txBody>
      </p:sp>
      <p:sp>
        <p:nvSpPr>
          <p:cNvPr id="890346732" name="Title 2"/>
          <p:cNvSpPr>
            <a:spLocks noGrp="1"/>
          </p:cNvSpPr>
          <p:nvPr>
            <p:ph type="title" idx="1"/>
          </p:nvPr>
        </p:nvSpPr>
        <p:spPr bwMode="auto"/>
        <p:txBody>
          <a:bodyPr/>
          <a:lstStyle/>
          <a:p>
            <a:pPr>
              <a:defRPr/>
            </a:pPr>
            <a:r>
              <a:rPr/>
              <a:t>Why the new principle</a:t>
            </a:r>
            <a:endParaRPr/>
          </a:p>
          <a:p>
            <a:pPr>
              <a:defRPr/>
            </a:pPr>
            <a:r>
              <a:rPr/>
              <a:t>did not fix FALDH</a:t>
            </a:r>
            <a:endParaRPr/>
          </a:p>
        </p:txBody>
      </p:sp>
      <p:sp>
        <p:nvSpPr>
          <p:cNvPr id="499730377" name="Text Placeholder 3"/>
          <p:cNvSpPr>
            <a:spLocks noGrp="1"/>
          </p:cNvSpPr>
          <p:nvPr>
            <p:ph type="body" idx="2"/>
          </p:nvPr>
        </p:nvSpPr>
        <p:spPr bwMode="auto"/>
        <p:txBody>
          <a:bodyPr/>
          <a:lstStyle/>
          <a:p>
            <a:pPr>
              <a:defRPr/>
            </a:pPr>
            <a:r>
              <a:rPr/>
              <a:t>Hengyu Zhou</a:t>
            </a:r>
            <a:endParaRPr/>
          </a:p>
        </p:txBody>
      </p:sp>
      <p:sp>
        <p:nvSpPr>
          <p:cNvPr id="907072801" name="Subtitle 4"/>
          <p:cNvSpPr>
            <a:spLocks noGrp="1"/>
          </p:cNvSpPr>
          <p:nvPr>
            <p:ph type="subTitle" idx="3"/>
          </p:nvPr>
        </p:nvSpPr>
        <p:spPr bwMode="auto"/>
        <p:txBody>
          <a:bodyPr/>
          <a:lstStyle/>
          <a:p>
            <a:pPr>
              <a:defRPr/>
            </a:pPr>
            <a:r>
              <a:rPr/>
              <a:t>Lab seminar, 16 October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5996926" name="Title 1"/>
          <p:cNvSpPr>
            <a:spLocks noGrp="1"/>
          </p:cNvSpPr>
          <p:nvPr>
            <p:ph type="title"/>
          </p:nvPr>
        </p:nvSpPr>
        <p:spPr bwMode="auto"/>
        <p:txBody>
          <a:bodyPr/>
          <a:lstStyle/>
          <a:p>
            <a:pPr>
              <a:defRPr/>
            </a:pPr>
            <a:r>
              <a:rPr/>
              <a:t>Background: iterative moderation framework</a:t>
            </a:r>
            <a:endParaRPr/>
          </a:p>
        </p:txBody>
      </p:sp>
      <p:sp>
        <p:nvSpPr>
          <p:cNvPr id="167965030" name="Text Placeholder 3"/>
          <p:cNvSpPr>
            <a:spLocks noGrp="1"/>
          </p:cNvSpPr>
          <p:nvPr>
            <p:ph type="body" idx="2"/>
          </p:nvPr>
        </p:nvSpPr>
        <p:spPr bwMode="auto"/>
        <p:txBody>
          <a:bodyPr/>
          <a:lstStyle/>
          <a:p>
            <a:pPr>
              <a:defRPr/>
            </a:pPr>
            <a:r>
              <a:rPr/>
              <a:t>Source: base paper, Figure 1</a:t>
            </a:r>
            <a:endParaRPr/>
          </a:p>
        </p:txBody>
      </p:sp>
      <p:sp>
        <p:nvSpPr>
          <p:cNvPr id="1303642036"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625688715"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endParaRPr/>
          </a:p>
        </p:txBody>
      </p:sp>
      <p:sp>
        <p:nvSpPr>
          <p:cNvPr id="1461733282"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Rn: guideline after n moderation rounds</a:t>
            </a:r>
            <a:endParaRPr/>
          </a:p>
        </p:txBody>
      </p:sp>
      <p:pic>
        <p:nvPicPr>
          <p:cNvPr id="2121034651" name="base-paper-figure-1" descr="Figure 1 of the base paper: overview of the iterative moderation framework, from LLM Annotation and Evaluation to Moderation (Discrepancy Analysis, Pattern Explanation, Principle Generation, Guideline refinement)."/>
          <p:cNvPicPr>
            <a:picLocks noChangeAspect="1"/>
          </p:cNvPicPr>
          <p:nvPr/>
        </p:nvPicPr>
        <p:blipFill rotWithShape="1">
          <a:blip r:embed="rId3"/>
          <a:stretch/>
        </p:blipFill>
        <p:spPr bwMode="auto">
          <a:xfrm>
            <a:off x="1449286" y="2212848"/>
            <a:ext cx="9293122" cy="32369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4427275" name="Title 1"/>
          <p:cNvSpPr>
            <a:spLocks noGrp="1"/>
          </p:cNvSpPr>
          <p:nvPr>
            <p:ph type="title"/>
          </p:nvPr>
        </p:nvSpPr>
        <p:spPr bwMode="auto"/>
        <p:txBody>
          <a:bodyPr/>
          <a:lstStyle/>
          <a:p>
            <a:pPr>
              <a:defRPr/>
            </a:pPr>
            <a:r>
              <a:rPr/>
              <a:t>The case: a disease never annotated</a:t>
            </a:r>
            <a:endParaRPr/>
          </a:p>
        </p:txBody>
      </p:sp>
      <p:sp>
        <p:nvSpPr>
          <p:cNvPr id="1725775595" name="Text Placeholder 3"/>
          <p:cNvSpPr>
            <a:spLocks noGrp="1"/>
          </p:cNvSpPr>
          <p:nvPr>
            <p:ph type="body" idx="2"/>
          </p:nvPr>
        </p:nvSpPr>
        <p:spPr bwMode="auto"/>
        <p:txBody>
          <a:bodyPr/>
          <a:lstStyle/>
          <a:p>
            <a:pPr>
              <a:defRPr/>
            </a:pPr>
            <a:r>
              <a:rPr/>
              <a:t>NCBI Disease, PMID 10577908; GPT-5.4, dev10</a:t>
            </a:r>
            <a:endParaRPr/>
          </a:p>
        </p:txBody>
      </p:sp>
      <p:sp>
        <p:nvSpPr>
          <p:cNvPr id="1357361152"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491656596"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endParaRPr/>
          </a:p>
        </p:txBody>
      </p:sp>
      <p:sp>
        <p:nvSpPr>
          <p:cNvPr id="2113471631" name="case-sentence"/>
          <p:cNvSpPr/>
          <p:nvPr/>
        </p:nvSpPr>
        <p:spPr bwMode="auto">
          <a:xfrm>
            <a:off x="761695" y="2093976"/>
            <a:ext cx="10668304" cy="141732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defRPr/>
            </a:pPr>
            <a:r>
              <a:rPr sz="2000" b="0">
                <a:solidFill>
                  <a:srgbClr val="182C3F"/>
                </a:solidFill>
                <a:latin typeface="Arial"/>
              </a:rPr>
              <a:t>Sjogren-Larsson syndrome (SLS) is an autosomal recessive disorder characterized by ichthyosis, mental retardation, spasticity, and </a:t>
            </a:r>
            <a:r>
              <a:rPr sz="2000" b="1">
                <a:solidFill>
                  <a:srgbClr val="142D45"/>
                </a:solidFill>
                <a:latin typeface="Arial"/>
              </a:rPr>
              <a:t>deficient activity of fatty aldehyde dehydrogenase</a:t>
            </a:r>
            <a:r>
              <a:rPr sz="2000" b="0">
                <a:solidFill>
                  <a:srgbClr val="182C3F"/>
                </a:solidFill>
                <a:latin typeface="Arial"/>
              </a:rPr>
              <a:t> (FALDH).</a:t>
            </a:r>
            <a:endParaRPr/>
          </a:p>
        </p:txBody>
      </p:sp>
      <p:sp>
        <p:nvSpPr>
          <p:cNvPr id="1701236837" name="fact-label-0"/>
          <p:cNvSpPr txBox="1"/>
          <p:nvPr/>
        </p:nvSpPr>
        <p:spPr bwMode="auto">
          <a:xfrm>
            <a:off x="761695" y="3794760"/>
            <a:ext cx="3108960" cy="411480"/>
          </a:xfrm>
          <a:prstGeom prst="rect">
            <a:avLst/>
          </a:prstGeom>
          <a:noFill/>
        </p:spPr>
        <p:txBody>
          <a:bodyPr wrap="square" lIns="0" tIns="0" rIns="0" bIns="0" anchor="t">
            <a:spAutoFit/>
          </a:bodyPr>
          <a:lstStyle/>
          <a:p>
            <a:pPr algn="l">
              <a:spcAft>
                <a:spcPts val="0"/>
              </a:spcAft>
              <a:defRPr/>
            </a:pPr>
            <a:r>
              <a:rPr sz="2000" b="1" i="0">
                <a:solidFill>
                  <a:srgbClr val="52677A"/>
                </a:solidFill>
                <a:latin typeface="Arial"/>
              </a:rPr>
              <a:t>Gold annotation</a:t>
            </a:r>
            <a:endParaRPr/>
          </a:p>
        </p:txBody>
      </p:sp>
      <p:sp>
        <p:nvSpPr>
          <p:cNvPr id="1490369153" name="fact-value-0"/>
          <p:cNvSpPr txBox="1"/>
          <p:nvPr/>
        </p:nvSpPr>
        <p:spPr bwMode="auto">
          <a:xfrm>
            <a:off x="3959352" y="3794760"/>
            <a:ext cx="7470648" cy="411480"/>
          </a:xfrm>
          <a:prstGeom prst="rect">
            <a:avLst/>
          </a:prstGeom>
          <a:noFill/>
        </p:spPr>
        <p:txBody>
          <a:bodyPr wrap="square" lIns="0" tIns="0" rIns="0" bIns="0" anchor="t">
            <a:spAutoFit/>
          </a:bodyPr>
          <a:lstStyle/>
          <a:p>
            <a:pPr algn="l">
              <a:spcAft>
                <a:spcPts val="0"/>
              </a:spcAft>
              <a:defRPr/>
            </a:pPr>
            <a:r>
              <a:rPr sz="2400" b="0" i="0">
                <a:solidFill>
                  <a:srgbClr val="182C3F"/>
                </a:solidFill>
                <a:latin typeface="Arial"/>
              </a:rPr>
              <a:t>SpecificDisease, whole phrase</a:t>
            </a:r>
            <a:endParaRPr/>
          </a:p>
        </p:txBody>
      </p:sp>
      <p:sp>
        <p:nvSpPr>
          <p:cNvPr id="1186790321" name="fact-label-1"/>
          <p:cNvSpPr txBox="1"/>
          <p:nvPr/>
        </p:nvSpPr>
        <p:spPr bwMode="auto">
          <a:xfrm>
            <a:off x="761695" y="4343400"/>
            <a:ext cx="3108960" cy="411480"/>
          </a:xfrm>
          <a:prstGeom prst="rect">
            <a:avLst/>
          </a:prstGeom>
          <a:noFill/>
        </p:spPr>
        <p:txBody>
          <a:bodyPr wrap="square" lIns="0" tIns="0" rIns="0" bIns="0" anchor="t">
            <a:spAutoFit/>
          </a:bodyPr>
          <a:lstStyle/>
          <a:p>
            <a:pPr algn="l">
              <a:spcAft>
                <a:spcPts val="0"/>
              </a:spcAft>
              <a:defRPr/>
            </a:pPr>
            <a:r>
              <a:rPr sz="2000" b="1" i="0">
                <a:solidFill>
                  <a:srgbClr val="52677A"/>
                </a:solidFill>
                <a:latin typeface="Arial"/>
              </a:rPr>
              <a:t>Model, R0 to R4</a:t>
            </a:r>
            <a:endParaRPr/>
          </a:p>
        </p:txBody>
      </p:sp>
      <p:sp>
        <p:nvSpPr>
          <p:cNvPr id="1589237433" name="fact-value-1"/>
          <p:cNvSpPr txBox="1"/>
          <p:nvPr/>
        </p:nvSpPr>
        <p:spPr bwMode="auto">
          <a:xfrm>
            <a:off x="3959352" y="4343400"/>
            <a:ext cx="7470648" cy="411480"/>
          </a:xfrm>
          <a:prstGeom prst="rect">
            <a:avLst/>
          </a:prstGeom>
          <a:noFill/>
        </p:spPr>
        <p:txBody>
          <a:bodyPr wrap="square" lIns="0" tIns="0" rIns="0" bIns="0" anchor="t">
            <a:spAutoFit/>
          </a:bodyPr>
          <a:lstStyle/>
          <a:p>
            <a:pPr algn="l">
              <a:spcAft>
                <a:spcPts val="0"/>
              </a:spcAft>
              <a:defRPr/>
            </a:pPr>
            <a:r>
              <a:rPr sz="2400" b="0" i="0">
                <a:solidFill>
                  <a:srgbClr val="9A4C4C"/>
                </a:solidFill>
                <a:latin typeface="Arial"/>
              </a:rPr>
              <a:t>Not annotated in any round</a:t>
            </a:r>
            <a:endParaRPr/>
          </a:p>
        </p:txBody>
      </p:sp>
      <p:sp>
        <p:nvSpPr>
          <p:cNvPr id="1891337632" name="fact-label-2"/>
          <p:cNvSpPr txBox="1"/>
          <p:nvPr/>
        </p:nvSpPr>
        <p:spPr bwMode="auto">
          <a:xfrm>
            <a:off x="761695" y="4892039"/>
            <a:ext cx="3108960" cy="411480"/>
          </a:xfrm>
          <a:prstGeom prst="rect">
            <a:avLst/>
          </a:prstGeom>
          <a:noFill/>
        </p:spPr>
        <p:txBody>
          <a:bodyPr wrap="square" lIns="0" tIns="0" rIns="0" bIns="0" anchor="t">
            <a:spAutoFit/>
          </a:bodyPr>
          <a:lstStyle/>
          <a:p>
            <a:pPr algn="l">
              <a:spcAft>
                <a:spcPts val="0"/>
              </a:spcAft>
              <a:defRPr/>
            </a:pPr>
            <a:r>
              <a:rPr sz="2000" b="1" i="0">
                <a:solidFill>
                  <a:srgbClr val="52677A"/>
                </a:solidFill>
                <a:latin typeface="Arial"/>
              </a:rPr>
              <a:t>Round 4</a:t>
            </a:r>
            <a:endParaRPr/>
          </a:p>
        </p:txBody>
      </p:sp>
      <p:sp>
        <p:nvSpPr>
          <p:cNvPr id="47092412" name="fact-value-2"/>
          <p:cNvSpPr txBox="1"/>
          <p:nvPr/>
        </p:nvSpPr>
        <p:spPr bwMode="auto">
          <a:xfrm>
            <a:off x="3959352" y="4892039"/>
            <a:ext cx="7470648" cy="411480"/>
          </a:xfrm>
          <a:prstGeom prst="rect">
            <a:avLst/>
          </a:prstGeom>
          <a:noFill/>
        </p:spPr>
        <p:txBody>
          <a:bodyPr wrap="square" lIns="0" tIns="0" rIns="0" bIns="0" anchor="t">
            <a:spAutoFit/>
          </a:bodyPr>
          <a:lstStyle/>
          <a:p>
            <a:pPr algn="l">
              <a:spcAft>
                <a:spcPts val="0"/>
              </a:spcAft>
              <a:defRPr/>
            </a:pPr>
            <a:r>
              <a:rPr sz="2400" b="0" i="0">
                <a:solidFill>
                  <a:srgbClr val="182C3F"/>
                </a:solidFill>
                <a:latin typeface="Arial"/>
              </a:rPr>
              <a:t>Targeted, with two other misses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4436824" name="Title 1"/>
          <p:cNvSpPr>
            <a:spLocks noGrp="1"/>
          </p:cNvSpPr>
          <p:nvPr>
            <p:ph type="title"/>
          </p:nvPr>
        </p:nvSpPr>
        <p:spPr bwMode="auto"/>
        <p:txBody>
          <a:bodyPr/>
          <a:lstStyle/>
          <a:p>
            <a:pPr>
              <a:defRPr/>
            </a:pPr>
            <a:r>
              <a:rPr/>
              <a:t>Research question</a:t>
            </a:r>
            <a:endParaRPr/>
          </a:p>
        </p:txBody>
      </p:sp>
      <p:sp>
        <p:nvSpPr>
          <p:cNvPr id="2081598146" name="Text Placeholder 2"/>
          <p:cNvSpPr>
            <a:spLocks noGrp="1"/>
          </p:cNvSpPr>
          <p:nvPr>
            <p:ph type="body" idx="1"/>
          </p:nvPr>
        </p:nvSpPr>
        <p:spPr bwMode="auto"/>
        <p:txBody>
          <a:bodyPr/>
          <a:lstStyle/>
          <a:p>
            <a:pPr>
              <a:defRPr/>
            </a:pPr>
            <a:r>
              <a:rPr/>
              <a:t>Why did a matching principle</a:t>
            </a:r>
            <a:endParaRPr/>
          </a:p>
          <a:p>
            <a:pPr>
              <a:defRPr/>
            </a:pPr>
            <a:r>
              <a:rPr/>
              <a:t>not fix FALDH?</a:t>
            </a:r>
            <a:endParaRPr/>
          </a:p>
        </p:txBody>
      </p:sp>
      <p:sp>
        <p:nvSpPr>
          <p:cNvPr id="1267619382" name="Text Placeholder 3"/>
          <p:cNvSpPr>
            <a:spLocks noGrp="1"/>
          </p:cNvSpPr>
          <p:nvPr>
            <p:ph type="body" idx="2"/>
          </p:nvPr>
        </p:nvSpPr>
        <p:spPr bwMode="auto"/>
        <p:txBody>
          <a:bodyPr/>
          <a:lstStyle/>
          <a:p>
            <a:pPr>
              <a:defRPr/>
            </a:pPr>
            <a:r>
              <a:rPr/>
              <a:t>Dev F1 0.8873 → 0.9091; FALDH missed</a:t>
            </a:r>
            <a:endParaRPr/>
          </a:p>
        </p:txBody>
      </p:sp>
      <p:sp>
        <p:nvSpPr>
          <p:cNvPr id="44975716"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372700499"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3FDD49FA-11E7-46B2-A8CD-1BDDA2F5E6AA}" type="slidenum">
              <a:rPr sz="1100" b="0">
                <a:solidFill>
                  <a:srgbClr val="52677A"/>
                </a:solidFill>
                <a:latin typeface="Arial"/>
                <a:ea typeface="Arial"/>
                <a:cs typeface="Arial"/>
              </a:rPr>
              <a:t>1</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3425929" name="Title 1"/>
          <p:cNvSpPr>
            <a:spLocks noGrp="1"/>
          </p:cNvSpPr>
          <p:nvPr>
            <p:ph type="title"/>
          </p:nvPr>
        </p:nvSpPr>
        <p:spPr bwMode="auto"/>
        <p:txBody>
          <a:bodyPr/>
          <a:lstStyle/>
          <a:p>
            <a:pPr>
              <a:defRPr/>
            </a:pPr>
            <a:r>
              <a:rPr/>
              <a:t>One guideline, two opposite instructions</a:t>
            </a:r>
            <a:endParaRPr/>
          </a:p>
        </p:txBody>
      </p:sp>
      <p:sp>
        <p:nvSpPr>
          <p:cNvPr id="183585645" name="Text Placeholder 2"/>
          <p:cNvSpPr>
            <a:spLocks noGrp="1"/>
          </p:cNvSpPr>
          <p:nvPr>
            <p:ph type="body" idx="1"/>
          </p:nvPr>
        </p:nvSpPr>
        <p:spPr bwMode="auto"/>
        <p:txBody>
          <a:bodyPr/>
          <a:lstStyle/>
          <a:p>
            <a:pPr>
              <a:defRPr/>
            </a:pPr>
            <a:r>
              <a:rPr>
                <a:solidFill>
                  <a:srgbClr val="336E5B"/>
                </a:solidFill>
              </a:rPr>
              <a:t>R4 principle: annotate</a:t>
            </a:r>
            <a:endParaRPr/>
          </a:p>
        </p:txBody>
      </p:sp>
      <p:sp>
        <p:nvSpPr>
          <p:cNvPr id="774086200" name="Text Placeholder 3"/>
          <p:cNvSpPr>
            <a:spLocks noGrp="1"/>
          </p:cNvSpPr>
          <p:nvPr>
            <p:ph type="body" idx="2"/>
          </p:nvPr>
        </p:nvSpPr>
        <p:spPr bwMode="auto">
          <a:xfrm>
            <a:off x="762000" y="2743200"/>
            <a:ext cx="5105400" cy="2194560"/>
          </a:xfrm>
        </p:spPr>
        <p:txBody>
          <a:bodyPr/>
          <a:lstStyle/>
          <a:p>
            <a:pPr>
              <a:spcAft>
                <a:spcPts val="600"/>
              </a:spcAft>
              <a:defRPr/>
            </a:pPr>
            <a:r>
              <a:rPr/>
              <a:t>Deficiency + specific molecule</a:t>
            </a:r>
            <a:endParaRPr/>
          </a:p>
          <a:p>
            <a:pPr>
              <a:spcAft>
                <a:spcPts val="600"/>
              </a:spcAft>
              <a:defRPr/>
            </a:pPr>
            <a:r>
              <a:rPr/>
              <a:t>In definition or causal context</a:t>
            </a:r>
            <a:endParaRPr/>
          </a:p>
          <a:p>
            <a:pPr>
              <a:spcAft>
                <a:spcPts val="600"/>
              </a:spcAft>
              <a:defRPr/>
            </a:pPr>
            <a:r>
              <a:rPr/>
              <a:t>→ annotate as SpecificDisease</a:t>
            </a:r>
            <a:endParaRPr/>
          </a:p>
          <a:p>
            <a:pPr>
              <a:spcAft>
                <a:spcPts val="600"/>
              </a:spcAft>
              <a:defRPr/>
            </a:pPr>
            <a:r>
              <a:rPr/>
              <a:t>Exception rule: not mere lab findings</a:t>
            </a:r>
            <a:endParaRPr/>
          </a:p>
        </p:txBody>
      </p:sp>
      <p:sp>
        <p:nvSpPr>
          <p:cNvPr id="221799247" name="Text Placeholder 4"/>
          <p:cNvSpPr>
            <a:spLocks noGrp="1"/>
          </p:cNvSpPr>
          <p:nvPr>
            <p:ph type="body" idx="3"/>
          </p:nvPr>
        </p:nvSpPr>
        <p:spPr bwMode="auto"/>
        <p:txBody>
          <a:bodyPr/>
          <a:lstStyle/>
          <a:p>
            <a:pPr>
              <a:defRPr/>
            </a:pPr>
            <a:r>
              <a:rPr>
                <a:solidFill>
                  <a:srgbClr val="9A4C4C"/>
                </a:solidFill>
              </a:rPr>
              <a:t>Three named exclusions</a:t>
            </a:r>
            <a:endParaRPr/>
          </a:p>
        </p:txBody>
      </p:sp>
      <p:sp>
        <p:nvSpPr>
          <p:cNvPr id="83182500" name="Text Placeholder 5"/>
          <p:cNvSpPr>
            <a:spLocks noGrp="1"/>
          </p:cNvSpPr>
          <p:nvPr>
            <p:ph type="body" idx="4"/>
          </p:nvPr>
        </p:nvSpPr>
        <p:spPr bwMode="auto">
          <a:xfrm>
            <a:off x="6324600" y="2743200"/>
            <a:ext cx="5105400" cy="2194560"/>
          </a:xfrm>
        </p:spPr>
        <p:txBody>
          <a:bodyPr/>
          <a:lstStyle/>
          <a:p>
            <a:pPr>
              <a:spcAft>
                <a:spcPts val="600"/>
              </a:spcAft>
              <a:defRPr/>
            </a:pPr>
            <a:r>
              <a:rPr/>
              <a:t>L54: example “Do not annotate”</a:t>
            </a:r>
            <a:endParaRPr/>
          </a:p>
          <a:p>
            <a:pPr>
              <a:spcAft>
                <a:spcPts val="600"/>
              </a:spcAft>
              <a:defRPr/>
            </a:pPr>
            <a:r>
              <a:rPr/>
              <a:t>L167: lists FALDH as excluded</a:t>
            </a:r>
            <a:endParaRPr/>
          </a:p>
          <a:p>
            <a:pPr>
              <a:spcAft>
                <a:spcPts val="600"/>
              </a:spcAft>
              <a:defRPr/>
            </a:pPr>
            <a:r>
              <a:rPr/>
              <a:t>L263: “the phrase is not annotated”</a:t>
            </a:r>
            <a:endParaRPr/>
          </a:p>
        </p:txBody>
      </p:sp>
      <p:sp>
        <p:nvSpPr>
          <p:cNvPr id="741293733" name="Text Placeholder 6"/>
          <p:cNvSpPr>
            <a:spLocks noGrp="1"/>
          </p:cNvSpPr>
          <p:nvPr>
            <p:ph type="body" idx="5"/>
          </p:nvPr>
        </p:nvSpPr>
        <p:spPr bwMode="auto"/>
        <p:txBody>
          <a:bodyPr/>
          <a:lstStyle/>
          <a:p>
            <a:pPr>
              <a:defRPr/>
            </a:pPr>
            <a:r>
              <a:rPr/>
              <a:t>L54, L263 from R3; L167 new</a:t>
            </a:r>
            <a:endParaRPr/>
          </a:p>
        </p:txBody>
      </p:sp>
      <p:sp>
        <p:nvSpPr>
          <p:cNvPr id="1219341032"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538582163"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90C4B477-32D9-4020-98D1-9565EA72A6EA}" type="slidenum">
              <a:rPr sz="1100" b="0">
                <a:solidFill>
                  <a:srgbClr val="52677A"/>
                </a:solidFill>
                <a:latin typeface="Arial"/>
                <a:ea typeface="Arial"/>
                <a:cs typeface="Arial"/>
              </a:rPr>
              <a:t>1</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1889279" name="Title 1"/>
          <p:cNvSpPr>
            <a:spLocks noGrp="1"/>
          </p:cNvSpPr>
          <p:nvPr>
            <p:ph type="title"/>
          </p:nvPr>
        </p:nvSpPr>
        <p:spPr bwMode="auto"/>
        <p:txBody>
          <a:bodyPr/>
          <a:lstStyle/>
          <a:p>
            <a:pPr>
              <a:defRPr/>
            </a:pPr>
            <a:r>
              <a:rPr/>
              <a:t>Approach: three steps, three questions</a:t>
            </a:r>
            <a:endParaRPr/>
          </a:p>
        </p:txBody>
      </p:sp>
      <p:sp>
        <p:nvSpPr>
          <p:cNvPr id="77778612" name="Text Placeholder 2"/>
          <p:cNvSpPr>
            <a:spLocks noGrp="1"/>
          </p:cNvSpPr>
          <p:nvPr>
            <p:ph type="body" idx="1"/>
          </p:nvPr>
        </p:nvSpPr>
        <p:spPr bwMode="auto"/>
        <p:txBody>
          <a:bodyPr/>
          <a:lstStyle/>
          <a:p>
            <a:pPr>
              <a:defRPr/>
            </a:pPr>
            <a:r>
              <a:rPr/>
              <a:t>1  Trace</a:t>
            </a:r>
            <a:endParaRPr/>
          </a:p>
        </p:txBody>
      </p:sp>
      <p:sp>
        <p:nvSpPr>
          <p:cNvPr id="1937769297" name="Text Placeholder 3"/>
          <p:cNvSpPr>
            <a:spLocks noGrp="1"/>
          </p:cNvSpPr>
          <p:nvPr>
            <p:ph type="body" idx="2"/>
          </p:nvPr>
        </p:nvSpPr>
        <p:spPr bwMode="auto"/>
        <p:txBody>
          <a:bodyPr/>
          <a:lstStyle/>
          <a:p>
            <a:pPr>
              <a:defRPr/>
            </a:pPr>
            <a:r>
              <a:rPr/>
              <a:t>2  Isolate</a:t>
            </a:r>
            <a:endParaRPr/>
          </a:p>
        </p:txBody>
      </p:sp>
      <p:sp>
        <p:nvSpPr>
          <p:cNvPr id="323957588" name="Text Placeholder 4"/>
          <p:cNvSpPr>
            <a:spLocks noGrp="1"/>
          </p:cNvSpPr>
          <p:nvPr>
            <p:ph type="body" idx="3"/>
          </p:nvPr>
        </p:nvSpPr>
        <p:spPr bwMode="auto"/>
        <p:txBody>
          <a:bodyPr/>
          <a:lstStyle/>
          <a:p>
            <a:pPr>
              <a:defRPr/>
            </a:pPr>
            <a:r>
              <a:rPr/>
              <a:t>3  Delete</a:t>
            </a:r>
            <a:endParaRPr/>
          </a:p>
        </p:txBody>
      </p:sp>
      <p:sp>
        <p:nvSpPr>
          <p:cNvPr id="199454205" name="Text Placeholder 5"/>
          <p:cNvSpPr>
            <a:spLocks noGrp="1"/>
          </p:cNvSpPr>
          <p:nvPr>
            <p:ph type="body" idx="4"/>
          </p:nvPr>
        </p:nvSpPr>
        <p:spPr bwMode="auto">
          <a:xfrm>
            <a:off x="762000" y="5257800"/>
            <a:ext cx="10668000" cy="457200"/>
          </a:xfrm>
        </p:spPr>
        <p:txBody>
          <a:bodyPr/>
          <a:lstStyle/>
          <a:p>
            <a:pPr>
              <a:defRPr/>
            </a:pPr>
            <a:r>
              <a:rPr/>
              <a:t>Annotator never sees gold; model fixed</a:t>
            </a:r>
            <a:endParaRPr/>
          </a:p>
        </p:txBody>
      </p:sp>
      <p:sp>
        <p:nvSpPr>
          <p:cNvPr id="826112121"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781668176"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910F3D4D-9A0E-4C40-B6DF-FA807ED1CD0E}" type="slidenum">
              <a:rPr sz="1100" b="0">
                <a:solidFill>
                  <a:srgbClr val="52677A"/>
                </a:solidFill>
                <a:latin typeface="Arial"/>
                <a:ea typeface="Arial"/>
                <a:cs typeface="Arial"/>
              </a:rPr>
              <a:t>1</a:t>
            </a:fld>
            <a:endParaRPr/>
          </a:p>
        </p:txBody>
      </p:sp>
      <p:sp>
        <p:nvSpPr>
          <p:cNvPr id="837617016" name="step-question-0"/>
          <p:cNvSpPr txBox="1"/>
          <p:nvPr/>
        </p:nvSpPr>
        <p:spPr bwMode="auto">
          <a:xfrm>
            <a:off x="761695" y="3657600"/>
            <a:ext cx="3047695" cy="731520"/>
          </a:xfrm>
          <a:prstGeom prst="rect">
            <a:avLst/>
          </a:prstGeom>
          <a:noFill/>
        </p:spPr>
        <p:txBody>
          <a:bodyPr wrap="square" lIns="0" tIns="0" rIns="0" bIns="0" anchor="t">
            <a:spAutoFit/>
          </a:bodyPr>
          <a:lstStyle/>
          <a:p>
            <a:pPr algn="ctr">
              <a:spcAft>
                <a:spcPts val="0"/>
              </a:spcAft>
              <a:defRPr/>
            </a:pPr>
            <a:r>
              <a:rPr sz="2000" b="1" i="0">
                <a:solidFill>
                  <a:srgbClr val="182C3F"/>
                </a:solidFill>
                <a:latin typeface="Arial"/>
              </a:rPr>
              <a:t>Where was FALDH lost?</a:t>
            </a:r>
            <a:endParaRPr/>
          </a:p>
        </p:txBody>
      </p:sp>
      <p:sp>
        <p:nvSpPr>
          <p:cNvPr id="547847900" name="step-how-0"/>
          <p:cNvSpPr txBox="1"/>
          <p:nvPr/>
        </p:nvSpPr>
        <p:spPr bwMode="auto">
          <a:xfrm>
            <a:off x="761695" y="4434840"/>
            <a:ext cx="3047695" cy="640080"/>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Saved prompts; no new calls</a:t>
            </a:r>
            <a:endParaRPr/>
          </a:p>
        </p:txBody>
      </p:sp>
      <p:sp>
        <p:nvSpPr>
          <p:cNvPr id="451402099" name="step-question-1"/>
          <p:cNvSpPr txBox="1"/>
          <p:nvPr/>
        </p:nvSpPr>
        <p:spPr bwMode="auto">
          <a:xfrm>
            <a:off x="4572000" y="3657600"/>
            <a:ext cx="3047695" cy="731520"/>
          </a:xfrm>
          <a:prstGeom prst="rect">
            <a:avLst/>
          </a:prstGeom>
          <a:noFill/>
        </p:spPr>
        <p:txBody>
          <a:bodyPr wrap="square" lIns="0" tIns="0" rIns="0" bIns="0" anchor="t">
            <a:spAutoFit/>
          </a:bodyPr>
          <a:lstStyle/>
          <a:p>
            <a:pPr algn="ctr">
              <a:spcAft>
                <a:spcPts val="0"/>
              </a:spcAft>
              <a:defRPr/>
            </a:pPr>
            <a:r>
              <a:rPr sz="2000" b="1" i="0">
                <a:solidFill>
                  <a:srgbClr val="182C3F"/>
                </a:solidFill>
                <a:latin typeface="Arial"/>
              </a:rPr>
              <a:t>Can the principle alone fix FALDH?</a:t>
            </a:r>
            <a:endParaRPr/>
          </a:p>
        </p:txBody>
      </p:sp>
      <p:sp>
        <p:nvSpPr>
          <p:cNvPr id="1866319646" name="step-how-1"/>
          <p:cNvSpPr txBox="1"/>
          <p:nvPr/>
        </p:nvSpPr>
        <p:spPr bwMode="auto">
          <a:xfrm>
            <a:off x="4572000" y="4434840"/>
            <a:ext cx="3047695" cy="640080"/>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Swap only the guideline text</a:t>
            </a:r>
            <a:endParaRPr/>
          </a:p>
        </p:txBody>
      </p:sp>
      <p:sp>
        <p:nvSpPr>
          <p:cNvPr id="609304865" name="step-question-2"/>
          <p:cNvSpPr txBox="1"/>
          <p:nvPr/>
        </p:nvSpPr>
        <p:spPr bwMode="auto">
          <a:xfrm>
            <a:off x="8382303" y="3657600"/>
            <a:ext cx="3047695" cy="731520"/>
          </a:xfrm>
          <a:prstGeom prst="rect">
            <a:avLst/>
          </a:prstGeom>
          <a:noFill/>
        </p:spPr>
        <p:txBody>
          <a:bodyPr wrap="square" lIns="0" tIns="0" rIns="0" bIns="0" anchor="t">
            <a:spAutoFit/>
          </a:bodyPr>
          <a:lstStyle/>
          <a:p>
            <a:pPr algn="ctr">
              <a:spcAft>
                <a:spcPts val="0"/>
              </a:spcAft>
              <a:defRPr/>
            </a:pPr>
            <a:r>
              <a:rPr sz="2000" b="1" i="0">
                <a:solidFill>
                  <a:srgbClr val="182C3F"/>
                </a:solidFill>
                <a:latin typeface="Arial"/>
              </a:rPr>
              <a:t>Do named exclusions block FALDH?</a:t>
            </a:r>
            <a:endParaRPr/>
          </a:p>
        </p:txBody>
      </p:sp>
      <p:sp>
        <p:nvSpPr>
          <p:cNvPr id="347420078" name="step-how-2"/>
          <p:cNvSpPr txBox="1"/>
          <p:nvPr/>
        </p:nvSpPr>
        <p:spPr bwMode="auto">
          <a:xfrm>
            <a:off x="8382303" y="4434840"/>
            <a:ext cx="3047695" cy="640080"/>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Delete only those three lines</a:t>
            </a:r>
            <a:endParaRPr/>
          </a:p>
        </p:txBody>
      </p:sp>
      <p:cxnSp>
        <p:nvCxnSpPr>
          <p:cNvPr id="2082037370" name="Connector 14"/>
          <p:cNvCxnSpPr/>
          <p:nvPr/>
        </p:nvCxnSpPr>
        <p:spPr bwMode="auto">
          <a:xfrm>
            <a:off x="3870655" y="3150108"/>
            <a:ext cx="548640" cy="0"/>
          </a:xfrm>
          <a:prstGeom prst="line">
            <a:avLst/>
          </a:prstGeom>
          <a:ln w="19050">
            <a:solidFill>
              <a:srgbClr val="315D8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8555229" name="Connector 15"/>
          <p:cNvCxnSpPr/>
          <p:nvPr/>
        </p:nvCxnSpPr>
        <p:spPr bwMode="auto">
          <a:xfrm>
            <a:off x="7680960" y="3150108"/>
            <a:ext cx="548640" cy="0"/>
          </a:xfrm>
          <a:prstGeom prst="line">
            <a:avLst/>
          </a:prstGeom>
          <a:ln w="19050">
            <a:solidFill>
              <a:srgbClr val="315D8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137350" name="Title 1"/>
          <p:cNvSpPr>
            <a:spLocks noGrp="1"/>
          </p:cNvSpPr>
          <p:nvPr>
            <p:ph type="title"/>
          </p:nvPr>
        </p:nvSpPr>
        <p:spPr bwMode="auto"/>
        <p:txBody>
          <a:bodyPr/>
          <a:lstStyle/>
          <a:p>
            <a:pPr>
              <a:defRPr/>
            </a:pPr>
            <a:r>
              <a:rPr/>
              <a:t>Step 1: lost at Guideline Refinement</a:t>
            </a:r>
            <a:endParaRPr/>
          </a:p>
        </p:txBody>
      </p:sp>
      <p:sp>
        <p:nvSpPr>
          <p:cNvPr id="584342425" name="Text Placeholder 2"/>
          <p:cNvSpPr>
            <a:spLocks noGrp="1"/>
          </p:cNvSpPr>
          <p:nvPr>
            <p:ph type="body" idx="1"/>
          </p:nvPr>
        </p:nvSpPr>
        <p:spPr bwMode="auto"/>
        <p:txBody>
          <a:bodyPr/>
          <a:lstStyle/>
          <a:p>
            <a:pPr>
              <a:defRPr/>
            </a:pPr>
            <a:r>
              <a:rPr/>
              <a:t>Source: saved R4 prompts, guideline diff</a:t>
            </a:r>
            <a:endParaRPr/>
          </a:p>
        </p:txBody>
      </p:sp>
      <p:graphicFrame>
        <p:nvGraphicFramePr>
          <p:cNvPr id="2018529644" name="Table Placeholder 3"/>
          <p:cNvGraphicFramePr>
            <a:graphicFrameLocks xmlns:a="http://schemas.openxmlformats.org/drawingml/2006/main" noGrp="1"/>
          </p:cNvGraphicFramePr>
          <p:nvPr>
            <p:ph type="tbl" idx="2"/>
          </p:nvPr>
        </p:nvGraphicFramePr>
        <p:xfrm rot="0">
          <a:off x="762000" y="2362199"/>
          <a:ext cx="10668304" cy="3017519"/>
        </p:xfrm>
        <a:graphic>
          <a:graphicData uri="http://schemas.openxmlformats.org/drawingml/2006/table">
            <a:tbl>
              <a:tblPr firstRow="0" firstCol="0" lastRow="0" lastCol="0" bandRow="0" bandCol="0"/>
              <a:tblGrid>
                <a:gridCol w="3291840"/>
                <a:gridCol w="2194560"/>
                <a:gridCol w="5181904"/>
              </a:tblGrid>
              <a:tr h="502920">
                <a:tc>
                  <a:txBody>
                    <a:bodyPr/>
                    <a:p>
                      <a:pPr algn="l">
                        <a:defRPr/>
                      </a:pPr>
                      <a:r>
                        <a:rPr sz="1800" b="1">
                          <a:solidFill>
                            <a:srgbClr val="142D45"/>
                          </a:solidFill>
                          <a:latin typeface="Arial"/>
                        </a:rPr>
                        <a:t>Stage (base paper)</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ctr">
                        <a:defRPr/>
                      </a:pPr>
                      <a:r>
                        <a:rPr sz="1800" b="1">
                          <a:solidFill>
                            <a:srgbClr val="142D45"/>
                          </a:solidFill>
                          <a:latin typeface="Arial"/>
                        </a:rPr>
                        <a:t>Sees gold?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l">
                        <a:defRPr/>
                      </a:pPr>
                      <a:r>
                        <a:rPr sz="1800" b="1">
                          <a:solidFill>
                            <a:srgbClr val="142D45"/>
                          </a:solidFill>
                          <a:latin typeface="Arial"/>
                        </a:rPr>
                        <a:t>What happened to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r>
              <a:tr h="502920">
                <a:tc>
                  <a:txBody>
                    <a:bodyPr/>
                    <a:p>
                      <a:pPr algn="l">
                        <a:defRPr/>
                      </a:pPr>
                      <a:r>
                        <a:rPr sz="1800" b="0">
                          <a:solidFill>
                            <a:srgbClr val="182C3F"/>
                          </a:solidFill>
                          <a:latin typeface="Arial"/>
                        </a:rPr>
                        <a:t>Discrepancy Analysis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Yes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Put in the target group</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502920">
                <a:tc>
                  <a:txBody>
                    <a:bodyPr/>
                    <a:p>
                      <a:pPr algn="l">
                        <a:defRPr/>
                      </a:pPr>
                      <a:r>
                        <a:rPr sz="1800" b="0">
                          <a:solidFill>
                            <a:srgbClr val="182C3F"/>
                          </a:solidFill>
                          <a:latin typeface="Arial"/>
                        </a:rPr>
                        <a:t>Pattern Explanation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Yes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Suggested SpecificDisease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502920">
                <a:tc>
                  <a:txBody>
                    <a:bodyPr/>
                    <a:p>
                      <a:pPr algn="l">
                        <a:defRPr/>
                      </a:pPr>
                      <a:r>
                        <a:rPr sz="1800" b="0">
                          <a:solidFill>
                            <a:srgbClr val="182C3F"/>
                          </a:solidFill>
                          <a:latin typeface="Arial"/>
                        </a:rPr>
                        <a:t>Principle Generation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Yes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Principle covers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502920">
                <a:tc>
                  <a:txBody>
                    <a:bodyPr/>
                    <a:p>
                      <a:pPr algn="l">
                        <a:defRPr/>
                      </a:pPr>
                      <a:r>
                        <a:rPr sz="1800" b="1">
                          <a:solidFill>
                            <a:srgbClr val="9A4C4C"/>
                          </a:solidFill>
                          <a:latin typeface="Arial"/>
                        </a:rPr>
                        <a:t>Guideline Refinement</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1">
                          <a:solidFill>
                            <a:srgbClr val="9A4C4C"/>
                          </a:solidFill>
                          <a:latin typeface="Arial"/>
                        </a:rPr>
                        <a:t>No</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1">
                          <a:solidFill>
                            <a:srgbClr val="9A4C4C"/>
                          </a:solidFill>
                          <a:latin typeface="Arial"/>
                        </a:rPr>
                        <a:t>Kept two, added a third exclusion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502920">
                <a:tc>
                  <a:txBody>
                    <a:bodyPr/>
                    <a:p>
                      <a:pPr algn="l">
                        <a:defRPr/>
                      </a:pPr>
                      <a:r>
                        <a:rPr sz="1800" b="0">
                          <a:solidFill>
                            <a:srgbClr val="182C3F"/>
                          </a:solidFill>
                          <a:latin typeface="Arial"/>
                        </a:rPr>
                        <a:t>LLM Annotation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No, by design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Still not annotated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bl>
          </a:graphicData>
        </a:graphic>
      </p:graphicFrame>
      <p:sp>
        <p:nvSpPr>
          <p:cNvPr id="173041669"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591678047"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1FBCCFA-E317-44E1-AF02-1E2D3E312145}" type="slidenum">
              <a:rPr sz="1100" b="0">
                <a:solidFill>
                  <a:srgbClr val="52677A"/>
                </a:solidFill>
                <a:latin typeface="Arial"/>
                <a:ea typeface="Arial"/>
                <a:cs typeface="Arial"/>
              </a:rPr>
              <a:t>1</a:t>
            </a:fld>
            <a:endParaRPr/>
          </a:p>
        </p:txBody>
      </p:sp>
      <p:sp>
        <p:nvSpPr>
          <p:cNvPr id="1483399616"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FALDH's rule chain in Round 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2694234" name="Title 1"/>
          <p:cNvSpPr>
            <a:spLocks noGrp="1"/>
          </p:cNvSpPr>
          <p:nvPr>
            <p:ph type="title"/>
          </p:nvPr>
        </p:nvSpPr>
        <p:spPr bwMode="auto"/>
        <p:txBody>
          <a:bodyPr/>
          <a:lstStyle/>
          <a:p>
            <a:pPr>
              <a:defRPr/>
            </a:pPr>
            <a:r>
              <a:rPr/>
              <a:t>Step 1: what Guideline Refinement receives</a:t>
            </a:r>
            <a:endParaRPr/>
          </a:p>
        </p:txBody>
      </p:sp>
      <p:sp>
        <p:nvSpPr>
          <p:cNvPr id="2052786291" name="Text Placeholder 2"/>
          <p:cNvSpPr>
            <a:spLocks noGrp="1"/>
          </p:cNvSpPr>
          <p:nvPr>
            <p:ph type="body" idx="1"/>
          </p:nvPr>
        </p:nvSpPr>
        <p:spPr bwMode="auto"/>
        <p:txBody>
          <a:bodyPr/>
          <a:lstStyle/>
          <a:p>
            <a:pPr>
              <a:defRPr/>
            </a:pPr>
            <a:r>
              <a:rPr/>
              <a:t>Inputs, in prompt order</a:t>
            </a:r>
            <a:endParaRPr/>
          </a:p>
        </p:txBody>
      </p:sp>
      <p:sp>
        <p:nvSpPr>
          <p:cNvPr id="1415530197" name="Text Placeholder 4"/>
          <p:cNvSpPr>
            <a:spLocks noGrp="1"/>
          </p:cNvSpPr>
          <p:nvPr>
            <p:ph type="body" idx="3"/>
          </p:nvPr>
        </p:nvSpPr>
        <p:spPr bwMode="auto"/>
        <p:txBody>
          <a:bodyPr/>
          <a:lstStyle/>
          <a:p>
            <a:pPr>
              <a:defRPr/>
            </a:pPr>
            <a:r>
              <a:rPr/>
              <a:t>Why examples are included</a:t>
            </a:r>
            <a:endParaRPr/>
          </a:p>
        </p:txBody>
      </p:sp>
      <p:sp>
        <p:nvSpPr>
          <p:cNvPr id="1665340580" name="Text Placeholder 6"/>
          <p:cNvSpPr>
            <a:spLocks noGrp="1"/>
          </p:cNvSpPr>
          <p:nvPr>
            <p:ph type="body" idx="5"/>
          </p:nvPr>
        </p:nvSpPr>
        <p:spPr bwMode="auto"/>
        <p:txBody>
          <a:bodyPr/>
          <a:lstStyle/>
          <a:p>
            <a:pPr>
              <a:defRPr/>
            </a:pPr>
            <a:r>
              <a:rPr/>
              <a:t>Next: what one example looks like</a:t>
            </a:r>
            <a:endParaRPr/>
          </a:p>
        </p:txBody>
      </p:sp>
      <p:sp>
        <p:nvSpPr>
          <p:cNvPr id="1060630225"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647538213"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86B6F4A-9CAF-4956-8BD7-A9CD045E793A}" type="slidenum">
              <a:rPr sz="1100" b="0">
                <a:solidFill>
                  <a:srgbClr val="52677A"/>
                </a:solidFill>
                <a:latin typeface="Arial"/>
                <a:ea typeface="Arial"/>
                <a:cs typeface="Arial"/>
              </a:rPr>
              <a:t>1</a:t>
            </a:fld>
            <a:endParaRPr/>
          </a:p>
        </p:txBody>
      </p:sp>
      <p:sp>
        <p:nvSpPr>
          <p:cNvPr id="1882846785" name="refinement-inputs"/>
          <p:cNvSpPr/>
          <p:nvPr/>
        </p:nvSpPr>
        <p:spPr bwMode="auto">
          <a:xfrm>
            <a:off x="761695" y="2670048"/>
            <a:ext cx="5105095" cy="269748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l">
              <a:spcAft>
                <a:spcPts val="1000"/>
              </a:spcAft>
              <a:defRPr/>
            </a:pPr>
            <a:r>
              <a:rPr sz="2000" b="0">
                <a:solidFill>
                  <a:srgbClr val="182C3F"/>
                </a:solidFill>
                <a:latin typeface="Arial"/>
              </a:rPr>
              <a:t>1  Current guideline (R3)</a:t>
            </a:r>
            <a:endParaRPr/>
          </a:p>
          <a:p>
            <a:pPr algn="l">
              <a:spcAft>
                <a:spcPts val="1000"/>
              </a:spcAft>
              <a:defRPr/>
            </a:pPr>
            <a:r>
              <a:rPr sz="2000" b="0">
                <a:solidFill>
                  <a:srgbClr val="182C3F"/>
                </a:solidFill>
                <a:latin typeface="Arial"/>
              </a:rPr>
              <a:t>2  New principle (R4)</a:t>
            </a:r>
            <a:endParaRPr/>
          </a:p>
          <a:p>
            <a:pPr algn="l">
              <a:spcAft>
                <a:spcPts val="1000"/>
              </a:spcAft>
              <a:defRPr/>
            </a:pPr>
            <a:r>
              <a:rPr sz="2000" b="0">
                <a:solidFill>
                  <a:srgbClr val="182C3F"/>
                </a:solidFill>
                <a:latin typeface="Arial"/>
              </a:rPr>
              <a:t>3  Verified examples (5 documents)</a:t>
            </a:r>
            <a:endParaRPr/>
          </a:p>
          <a:p>
            <a:pPr algn="l">
              <a:spcAft>
                <a:spcPts val="1000"/>
              </a:spcAft>
              <a:defRPr/>
            </a:pPr>
            <a:r>
              <a:rPr sz="2000" b="0">
                <a:solidFill>
                  <a:srgbClr val="182C3F"/>
                </a:solidFill>
                <a:latin typeface="Arial"/>
              </a:rPr>
              <a:t>4  Instructions</a:t>
            </a:r>
            <a:endParaRPr/>
          </a:p>
          <a:p>
            <a:pPr algn="l">
              <a:spcAft>
                <a:spcPts val="1000"/>
              </a:spcAft>
              <a:defRPr/>
            </a:pPr>
            <a:r>
              <a:rPr sz="2000" b="1">
                <a:solidFill>
                  <a:srgbClr val="9A4C4C"/>
                </a:solidFill>
                <a:latin typeface="Arial"/>
              </a:rPr>
              <a:t>Not included: discrepancies, gold</a:t>
            </a:r>
            <a:endParaRPr/>
          </a:p>
        </p:txBody>
      </p:sp>
      <p:sp>
        <p:nvSpPr>
          <p:cNvPr id="1208885893" name="prompt-quote-verified"/>
          <p:cNvSpPr/>
          <p:nvPr/>
        </p:nvSpPr>
        <p:spPr bwMode="auto">
          <a:xfrm>
            <a:off x="6324904" y="2670048"/>
            <a:ext cx="5105095" cy="269748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t"/>
          <a:lstStyle/>
          <a:p>
            <a:pPr algn="l">
              <a:spcAft>
                <a:spcPts val="1000"/>
              </a:spcAft>
              <a:defRPr/>
            </a:pPr>
            <a:r>
              <a:rPr sz="1800" b="1">
                <a:solidFill>
                  <a:srgbClr val="52677A"/>
                </a:solidFill>
                <a:latin typeface="Arial"/>
              </a:rPr>
              <a:t>Prompt text:</a:t>
            </a:r>
            <a:endParaRPr/>
          </a:p>
          <a:p>
            <a:pPr algn="l">
              <a:spcAft>
                <a:spcPts val="1000"/>
              </a:spcAft>
              <a:defRPr/>
            </a:pPr>
            <a:r>
              <a:rPr sz="2000" b="0" i="1">
                <a:solidFill>
                  <a:srgbClr val="182C3F"/>
                </a:solidFill>
                <a:latin typeface="Arial"/>
              </a:rPr>
              <a:t>“The following examples are currently handled CORRECTLY. Your new guidelines MUST NOT cause these to be annotated incorrectly.”</a:t>
            </a:r>
            <a:endParaRPr/>
          </a:p>
          <a:p>
            <a:pPr algn="l">
              <a:spcAft>
                <a:spcPts val="1000"/>
              </a:spcAft>
              <a:defRPr/>
            </a:pPr>
            <a:r>
              <a:rPr sz="1800" b="0">
                <a:solidFill>
                  <a:srgbClr val="52677A"/>
                </a:solidFill>
                <a:latin typeface="Arial"/>
              </a:rPr>
              <a:t>Base paper §3.4.4: guard against regression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3678566" name="Title 1"/>
          <p:cNvSpPr>
            <a:spLocks noGrp="1"/>
          </p:cNvSpPr>
          <p:nvPr>
            <p:ph type="title"/>
          </p:nvPr>
        </p:nvSpPr>
        <p:spPr bwMode="auto"/>
        <p:txBody>
          <a:bodyPr/>
          <a:lstStyle/>
          <a:p>
            <a:pPr>
              <a:defRPr/>
            </a:pPr>
            <a:r>
              <a:rPr/>
              <a:t>Step 1: one verified example, as shown</a:t>
            </a:r>
            <a:endParaRPr/>
          </a:p>
        </p:txBody>
      </p:sp>
      <p:sp>
        <p:nvSpPr>
          <p:cNvPr id="551993144"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340438400"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endParaRPr/>
          </a:p>
        </p:txBody>
      </p:sp>
      <p:sp>
        <p:nvSpPr>
          <p:cNvPr id="1374587133"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Excerpt, saved Round 4 prompt</a:t>
            </a:r>
            <a:endParaRPr/>
          </a:p>
        </p:txBody>
      </p:sp>
      <p:sp>
        <p:nvSpPr>
          <p:cNvPr id="271191560" name="prompt-quote-example-block"/>
          <p:cNvSpPr/>
          <p:nvPr/>
        </p:nvSpPr>
        <p:spPr bwMode="auto">
          <a:xfrm>
            <a:off x="761695" y="2212848"/>
            <a:ext cx="6720840" cy="35204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t"/>
          <a:lstStyle/>
          <a:p>
            <a:pPr algn="l">
              <a:spcAft>
                <a:spcPts val="0"/>
              </a:spcAft>
              <a:defRPr/>
            </a:pPr>
            <a:r>
              <a:rPr sz="1800" b="1">
                <a:solidFill>
                  <a:srgbClr val="182C3F"/>
                </a:solidFill>
                <a:latin typeface="Arial"/>
              </a:rPr>
              <a:t>FILE: </a:t>
            </a:r>
            <a:r>
              <a:rPr sz="1800" b="0">
                <a:solidFill>
                  <a:srgbClr val="182C3F"/>
                </a:solidFill>
                <a:latin typeface="Arial"/>
              </a:rPr>
              <a:t>10577908.json</a:t>
            </a:r>
            <a:endParaRPr/>
          </a:p>
          <a:p>
            <a:pPr algn="l">
              <a:spcAft>
                <a:spcPts val="0"/>
              </a:spcAft>
              <a:defRPr/>
            </a:pPr>
            <a:r>
              <a:rPr sz="1800" b="1">
                <a:solidFill>
                  <a:srgbClr val="182C3F"/>
                </a:solidFill>
                <a:latin typeface="Arial"/>
              </a:rPr>
              <a:t>TEXT: </a:t>
            </a:r>
            <a:r>
              <a:rPr sz="1800" b="0">
                <a:solidFill>
                  <a:srgbClr val="182C3F"/>
                </a:solidFill>
                <a:latin typeface="Arial"/>
              </a:rPr>
              <a:t>… Sjogren-Larsson syndrome ( SLS ) is an autosomal recessive disorder characterized by ichthyosis , mental retardation , spasticity , and </a:t>
            </a:r>
            <a:r>
              <a:rPr sz="1800" b="1">
                <a:solidFill>
                  <a:srgbClr val="9A4C4C"/>
                </a:solidFill>
                <a:latin typeface="Arial"/>
              </a:rPr>
              <a:t>deficient activity of fatty aldehyde dehydrogenase</a:t>
            </a:r>
            <a:r>
              <a:rPr sz="1800" b="0">
                <a:solidFill>
                  <a:srgbClr val="182C3F"/>
                </a:solidFill>
                <a:latin typeface="Arial"/>
              </a:rPr>
              <a:t> ( FALDH ) . …</a:t>
            </a:r>
            <a:endParaRPr/>
          </a:p>
          <a:p>
            <a:pPr algn="l">
              <a:spcAft>
                <a:spcPts val="0"/>
              </a:spcAft>
              <a:defRPr/>
            </a:pPr>
            <a:r>
              <a:rPr sz="1800" b="1">
                <a:solidFill>
                  <a:srgbClr val="182C3F"/>
                </a:solidFill>
                <a:latin typeface="Arial"/>
              </a:rPr>
              <a:t>MATCHED ANNOTATIONS:</a:t>
            </a:r>
            <a:endParaRPr/>
          </a:p>
          <a:p>
            <a:pPr algn="l">
              <a:spcAft>
                <a:spcPts val="0"/>
              </a:spcAft>
              <a:defRPr/>
            </a:pPr>
            <a:r>
              <a:rPr sz="1800" b="0">
                <a:solidFill>
                  <a:srgbClr val="182C3F"/>
                </a:solidFill>
                <a:latin typeface="Arial"/>
              </a:rPr>
              <a:t>- SpecificDisease [136, 139] "SLS"</a:t>
            </a:r>
            <a:endParaRPr/>
          </a:p>
          <a:p>
            <a:pPr algn="l">
              <a:spcAft>
                <a:spcPts val="0"/>
              </a:spcAft>
              <a:defRPr/>
            </a:pPr>
            <a:r>
              <a:rPr sz="1800" b="0">
                <a:solidFill>
                  <a:srgbClr val="182C3F"/>
                </a:solidFill>
                <a:latin typeface="Arial"/>
              </a:rPr>
              <a:t>- DiseaseClass [207, 225] "mental retardation"</a:t>
            </a:r>
            <a:endParaRPr/>
          </a:p>
          <a:p>
            <a:pPr algn="l">
              <a:spcAft>
                <a:spcPts val="0"/>
              </a:spcAft>
              <a:defRPr/>
            </a:pPr>
            <a:r>
              <a:rPr sz="1800" b="0">
                <a:solidFill>
                  <a:srgbClr val="182C3F"/>
                </a:solidFill>
                <a:latin typeface="Arial"/>
              </a:rPr>
              <a:t>- DiseaseClass [148, 176] "autosomal recessive disorder"</a:t>
            </a:r>
            <a:endParaRPr/>
          </a:p>
          <a:p>
            <a:pPr algn="l">
              <a:spcAft>
                <a:spcPts val="0"/>
              </a:spcAft>
              <a:defRPr/>
            </a:pPr>
            <a:r>
              <a:rPr sz="1800" b="0">
                <a:solidFill>
                  <a:srgbClr val="182C3F"/>
                </a:solidFill>
                <a:latin typeface="Arial"/>
              </a:rPr>
              <a:t>- Modifier [1481, 1484] "SLS"</a:t>
            </a:r>
            <a:endParaRPr/>
          </a:p>
          <a:p>
            <a:pPr algn="l">
              <a:spcAft>
                <a:spcPts val="0"/>
              </a:spcAft>
              <a:defRPr/>
            </a:pPr>
            <a:r>
              <a:rPr sz="1800" b="0">
                <a:solidFill>
                  <a:srgbClr val="182C3F"/>
                </a:solidFill>
                <a:latin typeface="Arial"/>
              </a:rPr>
              <a:t>- SpecificDisease [23, 47] "Sjogren-Larsson syndrome"</a:t>
            </a:r>
            <a:endParaRPr/>
          </a:p>
        </p:txBody>
      </p:sp>
      <p:sp>
        <p:nvSpPr>
          <p:cNvPr id="2048699246" name="example-callouts"/>
          <p:cNvSpPr txBox="1"/>
          <p:nvPr/>
        </p:nvSpPr>
        <p:spPr bwMode="auto">
          <a:xfrm>
            <a:off x="7772400" y="2212848"/>
            <a:ext cx="3657600" cy="3200400"/>
          </a:xfrm>
          <a:prstGeom prst="rect">
            <a:avLst/>
          </a:prstGeom>
          <a:noFill/>
        </p:spPr>
        <p:txBody>
          <a:bodyPr wrap="square" lIns="0" tIns="0" rIns="0" bIns="0" anchor="t">
            <a:spAutoFit/>
          </a:bodyPr>
          <a:lstStyle/>
          <a:p>
            <a:pPr algn="l">
              <a:spcAft>
                <a:spcPts val="400"/>
              </a:spcAft>
              <a:defRPr/>
            </a:pPr>
            <a:r>
              <a:rPr sz="2000" b="1" i="0">
                <a:solidFill>
                  <a:srgbClr val="142D45"/>
                </a:solidFill>
                <a:latin typeface="Arial"/>
              </a:rPr>
              <a:t>TEXT: whole abstract</a:t>
            </a:r>
            <a:endParaRPr/>
          </a:p>
          <a:p>
            <a:pPr algn="l">
              <a:spcAft>
                <a:spcPts val="400"/>
              </a:spcAft>
              <a:defRPr/>
            </a:pPr>
            <a:r>
              <a:rPr sz="1800" b="0" i="0">
                <a:solidFill>
                  <a:srgbClr val="52677A"/>
                </a:solidFill>
                <a:latin typeface="Arial"/>
              </a:rPr>
              <a:t>No labels inside the text</a:t>
            </a:r>
            <a:endParaRPr/>
          </a:p>
          <a:p>
            <a:pPr algn="l">
              <a:spcAft>
                <a:spcPts val="400"/>
              </a:spcAft>
              <a:defRPr/>
            </a:pPr>
            <a:r>
              <a:rPr sz="2000" b="1" i="0">
                <a:solidFill>
                  <a:srgbClr val="142D45"/>
                </a:solidFill>
                <a:latin typeface="Arial"/>
              </a:rPr>
              <a:t>MATCHED: 5 of 13 correct</a:t>
            </a:r>
            <a:endParaRPr/>
          </a:p>
          <a:p>
            <a:pPr algn="l">
              <a:spcAft>
                <a:spcPts val="400"/>
              </a:spcAft>
              <a:defRPr/>
            </a:pPr>
            <a:r>
              <a:rPr sz="1800" b="0" i="0">
                <a:solidFill>
                  <a:srgbClr val="52677A"/>
                </a:solidFill>
                <a:latin typeface="Arial"/>
              </a:rPr>
              <a:t>At most 5 listed per document</a:t>
            </a:r>
            <a:endParaRPr/>
          </a:p>
          <a:p>
            <a:pPr algn="l">
              <a:spcAft>
                <a:spcPts val="400"/>
              </a:spcAft>
              <a:defRPr/>
            </a:pPr>
            <a:r>
              <a:rPr sz="2000" b="1" i="0">
                <a:solidFill>
                  <a:srgbClr val="9A4C4C"/>
                </a:solidFill>
                <a:latin typeface="Arial"/>
              </a:rPr>
              <a:t>FALDH: in TEXT only</a:t>
            </a:r>
            <a:endParaRPr/>
          </a:p>
          <a:p>
            <a:pPr algn="l">
              <a:spcAft>
                <a:spcPts val="400"/>
              </a:spcAft>
              <a:defRPr/>
            </a:pPr>
            <a:r>
              <a:rPr sz="1800" b="0" i="0">
                <a:solidFill>
                  <a:srgbClr val="52677A"/>
                </a:solidFill>
                <a:latin typeface="Arial"/>
              </a:rPr>
              <a:t>Missed gold is never marked</a:t>
            </a:r>
            <a:endParaRPr/>
          </a:p>
          <a:p>
            <a:pPr algn="l">
              <a:spcAft>
                <a:spcPts val="400"/>
              </a:spcAft>
              <a:defRPr/>
            </a:pPr>
            <a:r>
              <a:rPr sz="1800" b="0" i="1">
                <a:solidFill>
                  <a:srgbClr val="52677A"/>
                </a:solidFill>
                <a:latin typeface="Arial"/>
              </a:rPr>
              <a:t>Red highlight is ours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0999440" name="Title 1"/>
          <p:cNvSpPr>
            <a:spLocks noGrp="1"/>
          </p:cNvSpPr>
          <p:nvPr>
            <p:ph type="title"/>
          </p:nvPr>
        </p:nvSpPr>
        <p:spPr bwMode="auto"/>
        <p:txBody>
          <a:bodyPr/>
          <a:lstStyle/>
          <a:p>
            <a:pPr>
              <a:defRPr/>
            </a:pPr>
            <a:r>
              <a:rPr/>
              <a:t>Step 1: why FALDH's document is shown</a:t>
            </a:r>
            <a:endParaRPr/>
          </a:p>
        </p:txBody>
      </p:sp>
      <p:sp>
        <p:nvSpPr>
          <p:cNvPr id="1731783851" name="Text Placeholder 3"/>
          <p:cNvSpPr>
            <a:spLocks noGrp="1"/>
          </p:cNvSpPr>
          <p:nvPr>
            <p:ph type="body" idx="2"/>
          </p:nvPr>
        </p:nvSpPr>
        <p:spPr bwMode="auto"/>
        <p:txBody>
          <a:bodyPr/>
          <a:lstStyle/>
          <a:p>
            <a:pPr>
              <a:defRPr/>
            </a:pPr>
            <a:r>
              <a:rPr/>
              <a:t>Source: saved prompts, selection code</a:t>
            </a:r>
            <a:endParaRPr/>
          </a:p>
        </p:txBody>
      </p:sp>
      <p:sp>
        <p:nvSpPr>
          <p:cNvPr id="1906597429"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427729796"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endParaRPr/>
          </a:p>
        </p:txBody>
      </p:sp>
      <p:sp>
        <p:nvSpPr>
          <p:cNvPr id="1901652591"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Dev10 documents, sorted by file name</a:t>
            </a:r>
            <a:endParaRPr/>
          </a:p>
        </p:txBody>
      </p:sp>
      <p:sp>
        <p:nvSpPr>
          <p:cNvPr id="445616618" name="shown-label"/>
          <p:cNvSpPr txBox="1"/>
          <p:nvPr/>
        </p:nvSpPr>
        <p:spPr bwMode="auto">
          <a:xfrm>
            <a:off x="761695" y="2212848"/>
            <a:ext cx="5279288" cy="347472"/>
          </a:xfrm>
          <a:prstGeom prst="rect">
            <a:avLst/>
          </a:prstGeom>
          <a:noFill/>
        </p:spPr>
        <p:txBody>
          <a:bodyPr wrap="square" lIns="0" tIns="0" rIns="0" bIns="0" anchor="t">
            <a:spAutoFit/>
          </a:bodyPr>
          <a:lstStyle/>
          <a:p>
            <a:pPr algn="ctr">
              <a:spcAft>
                <a:spcPts val="0"/>
              </a:spcAft>
              <a:defRPr/>
            </a:pPr>
            <a:r>
              <a:rPr sz="1800" b="1" i="0">
                <a:solidFill>
                  <a:srgbClr val="142D45"/>
                </a:solidFill>
                <a:latin typeface="Arial"/>
              </a:rPr>
              <a:t>Shown as verified examples</a:t>
            </a:r>
            <a:endParaRPr/>
          </a:p>
        </p:txBody>
      </p:sp>
      <p:sp>
        <p:nvSpPr>
          <p:cNvPr id="1814589574" name="not-shown-label"/>
          <p:cNvSpPr txBox="1"/>
          <p:nvPr/>
        </p:nvSpPr>
        <p:spPr bwMode="auto">
          <a:xfrm>
            <a:off x="6150711" y="2212848"/>
            <a:ext cx="5279288" cy="347472"/>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Not shown</a:t>
            </a:r>
            <a:endParaRPr/>
          </a:p>
        </p:txBody>
      </p:sp>
      <p:sp>
        <p:nvSpPr>
          <p:cNvPr id="1091683703" name="doc-1"/>
          <p:cNvSpPr/>
          <p:nvPr/>
        </p:nvSpPr>
        <p:spPr bwMode="auto">
          <a:xfrm>
            <a:off x="761695" y="2606040"/>
            <a:ext cx="968075" cy="548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142D45"/>
                </a:solidFill>
                <a:latin typeface="Arial"/>
              </a:rPr>
              <a:t>#1</a:t>
            </a:r>
            <a:endParaRPr/>
          </a:p>
        </p:txBody>
      </p:sp>
      <p:sp>
        <p:nvSpPr>
          <p:cNvPr id="632496587" name="doc-2"/>
          <p:cNvSpPr/>
          <p:nvPr/>
        </p:nvSpPr>
        <p:spPr bwMode="auto">
          <a:xfrm>
            <a:off x="1839498" y="2606040"/>
            <a:ext cx="968075" cy="548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142D45"/>
                </a:solidFill>
                <a:latin typeface="Arial"/>
              </a:rPr>
              <a:t>#2</a:t>
            </a:r>
            <a:endParaRPr/>
          </a:p>
        </p:txBody>
      </p:sp>
      <p:sp>
        <p:nvSpPr>
          <p:cNvPr id="302852662" name="doc-tag-2"/>
          <p:cNvSpPr txBox="1"/>
          <p:nvPr/>
        </p:nvSpPr>
        <p:spPr bwMode="auto">
          <a:xfrm>
            <a:off x="1839498" y="3200400"/>
            <a:ext cx="968075" cy="347472"/>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norrin</a:t>
            </a:r>
            <a:endParaRPr/>
          </a:p>
        </p:txBody>
      </p:sp>
      <p:sp>
        <p:nvSpPr>
          <p:cNvPr id="913235683" name="doc-3"/>
          <p:cNvSpPr/>
          <p:nvPr/>
        </p:nvSpPr>
        <p:spPr bwMode="auto">
          <a:xfrm>
            <a:off x="2917301" y="2606040"/>
            <a:ext cx="968075" cy="548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142D45"/>
                </a:solidFill>
                <a:latin typeface="Arial"/>
              </a:rPr>
              <a:t>#3</a:t>
            </a:r>
            <a:endParaRPr/>
          </a:p>
        </p:txBody>
      </p:sp>
      <p:sp>
        <p:nvSpPr>
          <p:cNvPr id="825977681" name="doc-4"/>
          <p:cNvSpPr/>
          <p:nvPr/>
        </p:nvSpPr>
        <p:spPr bwMode="auto">
          <a:xfrm>
            <a:off x="3995105" y="2606040"/>
            <a:ext cx="968075" cy="548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9A4C4C"/>
                </a:solidFill>
                <a:latin typeface="Arial"/>
              </a:rPr>
              <a:t>#4</a:t>
            </a:r>
            <a:endParaRPr/>
          </a:p>
        </p:txBody>
      </p:sp>
      <p:sp>
        <p:nvSpPr>
          <p:cNvPr id="1950949418" name="doc-tag-4"/>
          <p:cNvSpPr txBox="1"/>
          <p:nvPr/>
        </p:nvSpPr>
        <p:spPr bwMode="auto">
          <a:xfrm>
            <a:off x="3995105" y="3200400"/>
            <a:ext cx="968075" cy="347472"/>
          </a:xfrm>
          <a:prstGeom prst="rect">
            <a:avLst/>
          </a:prstGeom>
          <a:noFill/>
        </p:spPr>
        <p:txBody>
          <a:bodyPr wrap="square" lIns="0" tIns="0" rIns="0" bIns="0" anchor="t">
            <a:spAutoFit/>
          </a:bodyPr>
          <a:lstStyle/>
          <a:p>
            <a:pPr algn="ctr">
              <a:spcAft>
                <a:spcPts val="0"/>
              </a:spcAft>
              <a:defRPr/>
            </a:pPr>
            <a:r>
              <a:rPr sz="1800" b="1" i="0">
                <a:solidFill>
                  <a:srgbClr val="9A4C4C"/>
                </a:solidFill>
                <a:latin typeface="Arial"/>
              </a:rPr>
              <a:t>FALDH</a:t>
            </a:r>
            <a:endParaRPr/>
          </a:p>
        </p:txBody>
      </p:sp>
      <p:sp>
        <p:nvSpPr>
          <p:cNvPr id="1525160589" name="doc-5"/>
          <p:cNvSpPr/>
          <p:nvPr/>
        </p:nvSpPr>
        <p:spPr bwMode="auto">
          <a:xfrm>
            <a:off x="5072908" y="2606040"/>
            <a:ext cx="968075" cy="548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142D45"/>
                </a:solidFill>
                <a:latin typeface="Arial"/>
              </a:rPr>
              <a:t>#5</a:t>
            </a:r>
            <a:endParaRPr/>
          </a:p>
        </p:txBody>
      </p:sp>
      <p:sp>
        <p:nvSpPr>
          <p:cNvPr id="1310286840" name="doc-6"/>
          <p:cNvSpPr/>
          <p:nvPr/>
        </p:nvSpPr>
        <p:spPr bwMode="auto">
          <a:xfrm>
            <a:off x="6150711" y="2606040"/>
            <a:ext cx="968075" cy="548640"/>
          </a:xfrm>
          <a:prstGeom prst="rect">
            <a:avLst/>
          </a:prstGeom>
          <a:solidFill>
            <a:srgbClr val="FFFFFF"/>
          </a:solidFill>
          <a:ln w="9525">
            <a:solidFill>
              <a:srgbClr val="B8C4D0"/>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52677A"/>
                </a:solidFill>
                <a:latin typeface="Arial"/>
              </a:rPr>
              <a:t>#6</a:t>
            </a:r>
            <a:endParaRPr/>
          </a:p>
        </p:txBody>
      </p:sp>
      <p:sp>
        <p:nvSpPr>
          <p:cNvPr id="1045596565" name="doc-tag-6"/>
          <p:cNvSpPr txBox="1"/>
          <p:nvPr/>
        </p:nvSpPr>
        <p:spPr bwMode="auto">
          <a:xfrm>
            <a:off x="6150711" y="3200400"/>
            <a:ext cx="968075" cy="347472"/>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G6PD</a:t>
            </a:r>
            <a:endParaRPr/>
          </a:p>
        </p:txBody>
      </p:sp>
      <p:sp>
        <p:nvSpPr>
          <p:cNvPr id="1534648721" name="doc-7"/>
          <p:cNvSpPr/>
          <p:nvPr/>
        </p:nvSpPr>
        <p:spPr bwMode="auto">
          <a:xfrm>
            <a:off x="7228514" y="2606040"/>
            <a:ext cx="968075" cy="548640"/>
          </a:xfrm>
          <a:prstGeom prst="rect">
            <a:avLst/>
          </a:prstGeom>
          <a:solidFill>
            <a:srgbClr val="FFFFFF"/>
          </a:solidFill>
          <a:ln w="9525">
            <a:solidFill>
              <a:srgbClr val="B8C4D0"/>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52677A"/>
                </a:solidFill>
                <a:latin typeface="Arial"/>
              </a:rPr>
              <a:t>#7</a:t>
            </a:r>
            <a:endParaRPr/>
          </a:p>
        </p:txBody>
      </p:sp>
      <p:sp>
        <p:nvSpPr>
          <p:cNvPr id="282602957" name="doc-8"/>
          <p:cNvSpPr/>
          <p:nvPr/>
        </p:nvSpPr>
        <p:spPr bwMode="auto">
          <a:xfrm>
            <a:off x="8306317" y="2606040"/>
            <a:ext cx="968075" cy="548640"/>
          </a:xfrm>
          <a:prstGeom prst="rect">
            <a:avLst/>
          </a:prstGeom>
          <a:solidFill>
            <a:srgbClr val="FFFFFF"/>
          </a:solidFill>
          <a:ln w="9525">
            <a:solidFill>
              <a:srgbClr val="B8C4D0"/>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52677A"/>
                </a:solidFill>
                <a:latin typeface="Arial"/>
              </a:rPr>
              <a:t>#8</a:t>
            </a:r>
            <a:endParaRPr/>
          </a:p>
        </p:txBody>
      </p:sp>
      <p:sp>
        <p:nvSpPr>
          <p:cNvPr id="1771453804" name="doc-tag-8"/>
          <p:cNvSpPr txBox="1"/>
          <p:nvPr/>
        </p:nvSpPr>
        <p:spPr bwMode="auto">
          <a:xfrm>
            <a:off x="8306317" y="3200400"/>
            <a:ext cx="968075" cy="347472"/>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PAH</a:t>
            </a:r>
            <a:endParaRPr/>
          </a:p>
        </p:txBody>
      </p:sp>
      <p:sp>
        <p:nvSpPr>
          <p:cNvPr id="1905550142" name="doc-9"/>
          <p:cNvSpPr/>
          <p:nvPr/>
        </p:nvSpPr>
        <p:spPr bwMode="auto">
          <a:xfrm>
            <a:off x="9384121" y="2606040"/>
            <a:ext cx="968075" cy="548640"/>
          </a:xfrm>
          <a:prstGeom prst="rect">
            <a:avLst/>
          </a:prstGeom>
          <a:solidFill>
            <a:srgbClr val="FFFFFF"/>
          </a:solidFill>
          <a:ln w="9525">
            <a:solidFill>
              <a:srgbClr val="B8C4D0"/>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52677A"/>
                </a:solidFill>
                <a:latin typeface="Arial"/>
              </a:rPr>
              <a:t>#9</a:t>
            </a:r>
            <a:endParaRPr/>
          </a:p>
        </p:txBody>
      </p:sp>
      <p:sp>
        <p:nvSpPr>
          <p:cNvPr id="1940468529" name="doc-10"/>
          <p:cNvSpPr/>
          <p:nvPr/>
        </p:nvSpPr>
        <p:spPr bwMode="auto">
          <a:xfrm>
            <a:off x="10461924" y="2606040"/>
            <a:ext cx="968075" cy="548640"/>
          </a:xfrm>
          <a:prstGeom prst="rect">
            <a:avLst/>
          </a:prstGeom>
          <a:solidFill>
            <a:srgbClr val="FFFFFF"/>
          </a:solidFill>
          <a:ln w="9525">
            <a:solidFill>
              <a:srgbClr val="B8C4D0"/>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defRPr/>
            </a:pPr>
            <a:r>
              <a:rPr sz="2000" b="1">
                <a:solidFill>
                  <a:srgbClr val="52677A"/>
                </a:solidFill>
                <a:latin typeface="Arial"/>
              </a:rPr>
              <a:t>#10</a:t>
            </a:r>
            <a:endParaRPr/>
          </a:p>
        </p:txBody>
      </p:sp>
      <p:sp>
        <p:nvSpPr>
          <p:cNvPr id="7190719" name="selection-rule"/>
          <p:cNvSpPr txBox="1"/>
          <p:nvPr/>
        </p:nvSpPr>
        <p:spPr bwMode="auto">
          <a:xfrm>
            <a:off x="761695" y="3749039"/>
            <a:ext cx="5120640" cy="1737360"/>
          </a:xfrm>
          <a:prstGeom prst="rect">
            <a:avLst/>
          </a:prstGeom>
          <a:noFill/>
        </p:spPr>
        <p:txBody>
          <a:bodyPr wrap="square" lIns="0" tIns="0" rIns="0" bIns="0" anchor="t">
            <a:spAutoFit/>
          </a:bodyPr>
          <a:lstStyle/>
          <a:p>
            <a:pPr algn="l">
              <a:spcAft>
                <a:spcPts val="600"/>
              </a:spcAft>
              <a:defRPr/>
            </a:pPr>
            <a:r>
              <a:rPr sz="2000" b="0" i="0">
                <a:solidFill>
                  <a:srgbClr val="182C3F"/>
                </a:solidFill>
                <a:latin typeface="Arial"/>
              </a:rPr>
              <a:t>Walk documents in file-name order</a:t>
            </a:r>
            <a:endParaRPr/>
          </a:p>
          <a:p>
            <a:pPr algn="l">
              <a:spcAft>
                <a:spcPts val="600"/>
              </a:spcAft>
              <a:defRPr/>
            </a:pPr>
            <a:r>
              <a:rPr sz="2000" b="0" i="0">
                <a:solidFill>
                  <a:srgbClr val="182C3F"/>
                </a:solidFill>
                <a:latin typeface="Arial"/>
              </a:rPr>
              <a:t>First five with a correct entity</a:t>
            </a:r>
            <a:endParaRPr/>
          </a:p>
          <a:p>
            <a:pPr algn="l">
              <a:spcAft>
                <a:spcPts val="600"/>
              </a:spcAft>
              <a:defRPr/>
            </a:pPr>
            <a:r>
              <a:rPr sz="2000" b="0" i="0">
                <a:solidFill>
                  <a:srgbClr val="182C3F"/>
                </a:solidFill>
                <a:latin typeface="Arial"/>
              </a:rPr>
              <a:t>Content and errors play no role</a:t>
            </a:r>
            <a:endParaRPr/>
          </a:p>
          <a:p>
            <a:pPr algn="l">
              <a:spcAft>
                <a:spcPts val="600"/>
              </a:spcAft>
              <a:defRPr/>
            </a:pPr>
            <a:r>
              <a:rPr sz="2000" b="0" i="0">
                <a:solidFill>
                  <a:srgbClr val="182C3F"/>
                </a:solidFill>
                <a:latin typeface="Arial"/>
              </a:rPr>
              <a:t>Hence the same five every round</a:t>
            </a:r>
            <a:endParaRPr/>
          </a:p>
        </p:txBody>
      </p:sp>
      <p:sp>
        <p:nvSpPr>
          <p:cNvPr id="177541747" name="selection-consequence"/>
          <p:cNvSpPr/>
          <p:nvPr/>
        </p:nvSpPr>
        <p:spPr bwMode="auto">
          <a:xfrm>
            <a:off x="6324904" y="3749039"/>
            <a:ext cx="5105095" cy="1691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182880" rIns="182880" bIns="182880" rtlCol="0" anchor="t"/>
          <a:lstStyle/>
          <a:p>
            <a:pPr algn="l">
              <a:spcAft>
                <a:spcPts val="600"/>
              </a:spcAft>
              <a:defRPr/>
            </a:pPr>
            <a:r>
              <a:rPr sz="1800" b="1">
                <a:solidFill>
                  <a:srgbClr val="52677A"/>
                </a:solidFill>
                <a:latin typeface="Arial"/>
              </a:rPr>
              <a:t>Consequence</a:t>
            </a:r>
            <a:endParaRPr/>
          </a:p>
          <a:p>
            <a:pPr algn="l">
              <a:spcAft>
                <a:spcPts val="600"/>
              </a:spcAft>
              <a:defRPr/>
            </a:pPr>
            <a:r>
              <a:rPr sz="2000" b="1">
                <a:solidFill>
                  <a:srgbClr val="9A4C4C"/>
                </a:solidFill>
                <a:latin typeface="Arial"/>
              </a:rPr>
              <a:t>FALDH (#4): shown every round</a:t>
            </a:r>
            <a:endParaRPr/>
          </a:p>
          <a:p>
            <a:pPr algn="l">
              <a:spcAft>
                <a:spcPts val="600"/>
              </a:spcAft>
              <a:defRPr/>
            </a:pPr>
            <a:r>
              <a:rPr sz="2000" b="0">
                <a:solidFill>
                  <a:srgbClr val="182C3F"/>
                </a:solidFill>
                <a:latin typeface="Arial"/>
              </a:rPr>
              <a:t>G6PD, PAH: never shown, never named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3183724" name="Title 1"/>
          <p:cNvSpPr>
            <a:spLocks noGrp="1"/>
          </p:cNvSpPr>
          <p:nvPr>
            <p:ph type="title"/>
          </p:nvPr>
        </p:nvSpPr>
        <p:spPr bwMode="auto"/>
        <p:txBody>
          <a:bodyPr/>
          <a:lstStyle/>
          <a:p>
            <a:pPr>
              <a:defRPr/>
            </a:pPr>
            <a:r>
              <a:rPr/>
              <a:t>Step 1: how FALDH became an exclusion</a:t>
            </a:r>
            <a:endParaRPr/>
          </a:p>
        </p:txBody>
      </p:sp>
      <p:sp>
        <p:nvSpPr>
          <p:cNvPr id="1563778244" name="Text Placeholder 3"/>
          <p:cNvSpPr>
            <a:spLocks noGrp="1"/>
          </p:cNvSpPr>
          <p:nvPr>
            <p:ph type="body" idx="2"/>
          </p:nvPr>
        </p:nvSpPr>
        <p:spPr bwMode="auto"/>
        <p:txBody>
          <a:bodyPr/>
          <a:lstStyle/>
          <a:p>
            <a:pPr>
              <a:defRPr/>
            </a:pPr>
            <a:r>
              <a:rPr/>
              <a:t>Happened in R3, repeated in R4</a:t>
            </a:r>
            <a:endParaRPr/>
          </a:p>
        </p:txBody>
      </p:sp>
      <p:sp>
        <p:nvSpPr>
          <p:cNvPr id="852312914"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195914102"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4B72387-9206-4DBE-BA57-B8D12B7894DE}" type="slidenum">
              <a:rPr sz="1100" b="0">
                <a:solidFill>
                  <a:srgbClr val="52677A"/>
                </a:solidFill>
                <a:latin typeface="Arial"/>
                <a:ea typeface="Arial"/>
                <a:cs typeface="Arial"/>
              </a:rPr>
              <a:t>1</a:t>
            </a:fld>
            <a:endParaRPr/>
          </a:p>
        </p:txBody>
      </p:sp>
      <p:sp>
        <p:nvSpPr>
          <p:cNvPr id="1333045805"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Inferred from prompts; reasoning not observed</a:t>
            </a:r>
            <a:endParaRPr/>
          </a:p>
        </p:txBody>
      </p:sp>
      <p:sp>
        <p:nvSpPr>
          <p:cNvPr id="976510871" name="flow-head-0"/>
          <p:cNvSpPr txBox="1"/>
          <p:nvPr/>
        </p:nvSpPr>
        <p:spPr bwMode="auto">
          <a:xfrm>
            <a:off x="761695" y="2212848"/>
            <a:ext cx="2377440" cy="329184"/>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New principle</a:t>
            </a:r>
            <a:endParaRPr/>
          </a:p>
        </p:txBody>
      </p:sp>
      <p:sp>
        <p:nvSpPr>
          <p:cNvPr id="1609074336" name="flow-box-0"/>
          <p:cNvSpPr/>
          <p:nvPr/>
        </p:nvSpPr>
        <p:spPr bwMode="auto">
          <a:xfrm>
            <a:off x="761695" y="2578608"/>
            <a:ext cx="2377440" cy="128016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defRPr/>
            </a:pPr>
            <a:r>
              <a:rPr sz="2000" b="1">
                <a:solidFill>
                  <a:srgbClr val="182C3F"/>
                </a:solidFill>
                <a:latin typeface="Arial"/>
              </a:rPr>
              <a:t>Would annotate FALDH</a:t>
            </a:r>
            <a:endParaRPr/>
          </a:p>
        </p:txBody>
      </p:sp>
      <p:sp>
        <p:nvSpPr>
          <p:cNvPr id="372225360" name="flow-evidence-0"/>
          <p:cNvSpPr txBox="1"/>
          <p:nvPr/>
        </p:nvSpPr>
        <p:spPr bwMode="auto">
          <a:xfrm>
            <a:off x="761695" y="3977639"/>
            <a:ext cx="2377440" cy="1097280"/>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Principle's condition matches FALDH</a:t>
            </a:r>
            <a:endParaRPr/>
          </a:p>
        </p:txBody>
      </p:sp>
      <p:cxnSp>
        <p:nvCxnSpPr>
          <p:cNvPr id="843609251" name="Connector 10"/>
          <p:cNvCxnSpPr/>
          <p:nvPr/>
        </p:nvCxnSpPr>
        <p:spPr bwMode="auto">
          <a:xfrm>
            <a:off x="3184855" y="3218688"/>
            <a:ext cx="294741" cy="0"/>
          </a:xfrm>
          <a:prstGeom prst="line">
            <a:avLst/>
          </a:prstGeom>
          <a:ln w="19050">
            <a:solidFill>
              <a:srgbClr val="315D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97843933" name="flow-head-1"/>
          <p:cNvSpPr txBox="1"/>
          <p:nvPr/>
        </p:nvSpPr>
        <p:spPr bwMode="auto">
          <a:xfrm>
            <a:off x="3525315" y="2212848"/>
            <a:ext cx="2377440" cy="329184"/>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Verified example</a:t>
            </a:r>
            <a:endParaRPr/>
          </a:p>
        </p:txBody>
      </p:sp>
      <p:sp>
        <p:nvSpPr>
          <p:cNvPr id="435516225" name="flow-box-1"/>
          <p:cNvSpPr/>
          <p:nvPr/>
        </p:nvSpPr>
        <p:spPr bwMode="auto">
          <a:xfrm>
            <a:off x="3525315" y="2578608"/>
            <a:ext cx="2377440" cy="128016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defRPr/>
            </a:pPr>
            <a:r>
              <a:rPr sz="2000" b="1">
                <a:solidFill>
                  <a:srgbClr val="182C3F"/>
                </a:solidFill>
                <a:latin typeface="Arial"/>
              </a:rPr>
              <a:t>Shows FALDH unannotated</a:t>
            </a:r>
            <a:endParaRPr/>
          </a:p>
        </p:txBody>
      </p:sp>
      <p:sp>
        <p:nvSpPr>
          <p:cNvPr id="2044470815" name="flow-evidence-1"/>
          <p:cNvSpPr txBox="1"/>
          <p:nvPr/>
        </p:nvSpPr>
        <p:spPr bwMode="auto">
          <a:xfrm>
            <a:off x="3525315" y="3977639"/>
            <a:ext cx="2377440" cy="1097280"/>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Marked “handled CORRECTLY”</a:t>
            </a:r>
            <a:endParaRPr/>
          </a:p>
        </p:txBody>
      </p:sp>
      <p:cxnSp>
        <p:nvCxnSpPr>
          <p:cNvPr id="372572132" name="Connector 14"/>
          <p:cNvCxnSpPr/>
          <p:nvPr/>
        </p:nvCxnSpPr>
        <p:spPr bwMode="auto">
          <a:xfrm>
            <a:off x="5948476" y="3218688"/>
            <a:ext cx="294742" cy="0"/>
          </a:xfrm>
          <a:prstGeom prst="line">
            <a:avLst/>
          </a:prstGeom>
          <a:ln w="19050">
            <a:solidFill>
              <a:srgbClr val="315D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84311750" name="flow-head-2"/>
          <p:cNvSpPr txBox="1"/>
          <p:nvPr/>
        </p:nvSpPr>
        <p:spPr bwMode="auto">
          <a:xfrm>
            <a:off x="6288938" y="2212848"/>
            <a:ext cx="2377440" cy="329184"/>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Instruction 3</a:t>
            </a:r>
            <a:endParaRPr/>
          </a:p>
        </p:txBody>
      </p:sp>
      <p:sp>
        <p:nvSpPr>
          <p:cNvPr id="710095064" name="flow-box-2"/>
          <p:cNvSpPr/>
          <p:nvPr/>
        </p:nvSpPr>
        <p:spPr bwMode="auto">
          <a:xfrm>
            <a:off x="6288938" y="2578608"/>
            <a:ext cx="2377440" cy="128016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defRPr/>
            </a:pPr>
            <a:r>
              <a:rPr sz="2000" b="1">
                <a:solidFill>
                  <a:srgbClr val="182C3F"/>
                </a:solidFill>
                <a:latin typeface="Arial"/>
              </a:rPr>
              <a:t>Avoid regression on examples</a:t>
            </a:r>
            <a:endParaRPr/>
          </a:p>
        </p:txBody>
      </p:sp>
      <p:sp>
        <p:nvSpPr>
          <p:cNvPr id="555999157" name="flow-evidence-2"/>
          <p:cNvSpPr txBox="1"/>
          <p:nvPr/>
        </p:nvSpPr>
        <p:spPr bwMode="auto">
          <a:xfrm>
            <a:off x="6288938" y="3977639"/>
            <a:ext cx="2377440" cy="1097280"/>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“prioritize specific sub-cases to avoid regression”</a:t>
            </a:r>
            <a:endParaRPr/>
          </a:p>
        </p:txBody>
      </p:sp>
      <p:cxnSp>
        <p:nvCxnSpPr>
          <p:cNvPr id="667687849" name="Connector 18"/>
          <p:cNvCxnSpPr/>
          <p:nvPr/>
        </p:nvCxnSpPr>
        <p:spPr bwMode="auto">
          <a:xfrm>
            <a:off x="8712098" y="3218688"/>
            <a:ext cx="294741" cy="0"/>
          </a:xfrm>
          <a:prstGeom prst="line">
            <a:avLst/>
          </a:prstGeom>
          <a:ln w="19050">
            <a:solidFill>
              <a:srgbClr val="315D8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5002896" name="flow-head-3"/>
          <p:cNvSpPr txBox="1"/>
          <p:nvPr/>
        </p:nvSpPr>
        <p:spPr bwMode="auto">
          <a:xfrm>
            <a:off x="9052560" y="2212848"/>
            <a:ext cx="2377440" cy="329184"/>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Output</a:t>
            </a:r>
            <a:endParaRPr/>
          </a:p>
        </p:txBody>
      </p:sp>
      <p:sp>
        <p:nvSpPr>
          <p:cNvPr id="1201177678" name="flow-box-3"/>
          <p:cNvSpPr/>
          <p:nvPr/>
        </p:nvSpPr>
        <p:spPr bwMode="auto">
          <a:xfrm>
            <a:off x="9052560" y="2578608"/>
            <a:ext cx="2377440" cy="128016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37160" rIns="137160" bIns="137160" rtlCol="0" anchor="ctr"/>
          <a:lstStyle/>
          <a:p>
            <a:pPr algn="ctr">
              <a:defRPr/>
            </a:pPr>
            <a:r>
              <a:rPr sz="2000" b="1">
                <a:solidFill>
                  <a:srgbClr val="9A4C4C"/>
                </a:solidFill>
                <a:latin typeface="Arial"/>
              </a:rPr>
              <a:t>Files FALDH under exception rule</a:t>
            </a:r>
            <a:endParaRPr/>
          </a:p>
        </p:txBody>
      </p:sp>
      <p:sp>
        <p:nvSpPr>
          <p:cNvPr id="940647874" name="flow-evidence-3"/>
          <p:cNvSpPr txBox="1"/>
          <p:nvPr/>
        </p:nvSpPr>
        <p:spPr bwMode="auto">
          <a:xfrm>
            <a:off x="9052560" y="3977639"/>
            <a:ext cx="2377440" cy="1097280"/>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Reason echoes the exception rule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4428482" name="Title 1"/>
          <p:cNvSpPr>
            <a:spLocks noGrp="1"/>
          </p:cNvSpPr>
          <p:nvPr>
            <p:ph type="title"/>
          </p:nvPr>
        </p:nvSpPr>
        <p:spPr bwMode="auto"/>
        <p:txBody>
          <a:bodyPr/>
          <a:lstStyle/>
          <a:p>
            <a:pPr>
              <a:defRPr/>
            </a:pPr>
            <a:r>
              <a:rPr/>
              <a:t>Step 1: the same source in three runs</a:t>
            </a:r>
            <a:endParaRPr/>
          </a:p>
        </p:txBody>
      </p:sp>
      <p:sp>
        <p:nvSpPr>
          <p:cNvPr id="42922133" name="Text Placeholder 2"/>
          <p:cNvSpPr>
            <a:spLocks noGrp="1"/>
          </p:cNvSpPr>
          <p:nvPr>
            <p:ph type="body" idx="1"/>
          </p:nvPr>
        </p:nvSpPr>
        <p:spPr bwMode="auto"/>
        <p:txBody>
          <a:bodyPr/>
          <a:lstStyle/>
          <a:p>
            <a:pPr>
              <a:defRPr/>
            </a:pPr>
            <a:r>
              <a:rPr/>
              <a:t>dev30: FALDH never named, still missed</a:t>
            </a:r>
            <a:endParaRPr/>
          </a:p>
        </p:txBody>
      </p:sp>
      <p:graphicFrame>
        <p:nvGraphicFramePr>
          <p:cNvPr id="1280771997" name="Table Placeholder 3"/>
          <p:cNvGraphicFramePr>
            <a:graphicFrameLocks xmlns:a="http://schemas.openxmlformats.org/drawingml/2006/main" noGrp="1"/>
          </p:cNvGraphicFramePr>
          <p:nvPr>
            <p:ph type="tbl" idx="2"/>
          </p:nvPr>
        </p:nvGraphicFramePr>
        <p:xfrm rot="0">
          <a:off x="762000" y="2362199"/>
          <a:ext cx="10668304" cy="2633472"/>
        </p:xfrm>
        <a:graphic>
          <a:graphicData uri="http://schemas.openxmlformats.org/drawingml/2006/table">
            <a:tbl>
              <a:tblPr firstRow="0" firstCol="0" lastRow="0" lastCol="0" bandRow="0" bandCol="0"/>
              <a:tblGrid>
                <a:gridCol w="4572000"/>
                <a:gridCol w="3047695"/>
                <a:gridCol w="3048609"/>
              </a:tblGrid>
              <a:tr h="658368">
                <a:tc>
                  <a:txBody>
                    <a:bodyPr/>
                    <a:p>
                      <a:pPr algn="l">
                        <a:defRPr/>
                      </a:pPr>
                      <a:r>
                        <a:rPr sz="1800" b="1">
                          <a:solidFill>
                            <a:srgbClr val="142D45"/>
                          </a:solidFill>
                          <a:latin typeface="Arial"/>
                        </a:rPr>
                        <a:t>Run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ctr">
                        <a:defRPr/>
                      </a:pPr>
                      <a:r>
                        <a:rPr sz="1800" b="1">
                          <a:solidFill>
                            <a:srgbClr val="142D45"/>
                          </a:solidFill>
                          <a:latin typeface="Arial"/>
                        </a:rPr>
                        <a:t>Document shown?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ctr">
                        <a:defRPr/>
                      </a:pPr>
                      <a:r>
                        <a:rPr sz="1800" b="1">
                          <a:solidFill>
                            <a:srgbClr val="142D45"/>
                          </a:solidFill>
                          <a:latin typeface="Arial"/>
                        </a:rPr>
                        <a:t>FALDH named?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r>
              <a:tr h="658368">
                <a:tc>
                  <a:txBody>
                    <a:bodyPr/>
                    <a:p>
                      <a:pPr algn="l">
                        <a:defRPr/>
                      </a:pPr>
                      <a:r>
                        <a:rPr sz="1800" b="0">
                          <a:solidFill>
                            <a:srgbClr val="182C3F"/>
                          </a:solidFill>
                          <a:latin typeface="Arial"/>
                        </a:rPr>
                        <a:t>dev10, top-1 (this talk)</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Yes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Yes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658368">
                <a:tc>
                  <a:txBody>
                    <a:bodyPr/>
                    <a:p>
                      <a:pPr algn="l">
                        <a:defRPr/>
                      </a:pPr>
                      <a:r>
                        <a:rPr sz="1800" b="0">
                          <a:solidFill>
                            <a:srgbClr val="182C3F"/>
                          </a:solidFill>
                          <a:latin typeface="Arial"/>
                        </a:rPr>
                        <a:t>dev10, top-4</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Yes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Yes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658368">
                <a:tc>
                  <a:txBody>
                    <a:bodyPr/>
                    <a:p>
                      <a:pPr algn="l">
                        <a:defRPr/>
                      </a:pPr>
                      <a:r>
                        <a:rPr sz="1800" b="0">
                          <a:solidFill>
                            <a:srgbClr val="182C3F"/>
                          </a:solidFill>
                          <a:latin typeface="Arial"/>
                        </a:rPr>
                        <a:t>dev30</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No</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No</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bl>
          </a:graphicData>
        </a:graphic>
      </p:graphicFrame>
      <p:sp>
        <p:nvSpPr>
          <p:cNvPr id="1166824844"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907919664"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endParaRPr/>
          </a:p>
        </p:txBody>
      </p:sp>
      <p:sp>
        <p:nvSpPr>
          <p:cNvPr id="1546773738"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FALDH across three refinement runs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2936471" name="Title 1"/>
          <p:cNvSpPr>
            <a:spLocks noGrp="1"/>
          </p:cNvSpPr>
          <p:nvPr>
            <p:ph type="title"/>
          </p:nvPr>
        </p:nvSpPr>
        <p:spPr bwMode="auto"/>
        <p:txBody>
          <a:bodyPr/>
          <a:lstStyle/>
          <a:p>
            <a:pPr>
              <a:defRPr/>
            </a:pPr>
            <a:r>
              <a:rPr/>
              <a:t>Is the conflict the cause?</a:t>
            </a:r>
            <a:endParaRPr/>
          </a:p>
        </p:txBody>
      </p:sp>
      <p:sp>
        <p:nvSpPr>
          <p:cNvPr id="1157324001" name="Text Placeholder 2"/>
          <p:cNvSpPr>
            <a:spLocks noGrp="1"/>
          </p:cNvSpPr>
          <p:nvPr>
            <p:ph type="body" idx="1"/>
          </p:nvPr>
        </p:nvSpPr>
        <p:spPr bwMode="auto"/>
        <p:txBody>
          <a:bodyPr/>
          <a:lstStyle/>
          <a:p>
            <a:pPr>
              <a:defRPr/>
            </a:pPr>
            <a:r>
              <a:rPr/>
              <a:t>First two predict opposite results</a:t>
            </a:r>
            <a:endParaRPr/>
          </a:p>
        </p:txBody>
      </p:sp>
      <p:graphicFrame>
        <p:nvGraphicFramePr>
          <p:cNvPr id="190413099" name="Table Placeholder 3"/>
          <p:cNvGraphicFramePr>
            <a:graphicFrameLocks xmlns:a="http://schemas.openxmlformats.org/drawingml/2006/main" noGrp="1"/>
          </p:cNvGraphicFramePr>
          <p:nvPr>
            <p:ph type="tbl" idx="2"/>
          </p:nvPr>
        </p:nvGraphicFramePr>
        <p:xfrm rot="0">
          <a:off x="762000" y="2362199"/>
          <a:ext cx="10668304" cy="2633472"/>
        </p:xfrm>
        <a:graphic>
          <a:graphicData uri="http://schemas.openxmlformats.org/drawingml/2006/table">
            <a:tbl>
              <a:tblPr firstRow="0" firstCol="0" lastRow="0" lastCol="0" bandRow="0" bandCol="0"/>
              <a:tblGrid>
                <a:gridCol w="4480560"/>
                <a:gridCol w="4206240"/>
                <a:gridCol w="1981503"/>
              </a:tblGrid>
              <a:tr h="658368">
                <a:tc>
                  <a:txBody>
                    <a:bodyPr/>
                    <a:p>
                      <a:pPr algn="l">
                        <a:defRPr/>
                      </a:pPr>
                      <a:r>
                        <a:rPr sz="1800" b="1">
                          <a:solidFill>
                            <a:srgbClr val="142D45"/>
                          </a:solidFill>
                          <a:latin typeface="Arial"/>
                        </a:rPr>
                        <a:t>Explanation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l">
                        <a:defRPr/>
                      </a:pPr>
                      <a:r>
                        <a:rPr sz="1800" b="1">
                          <a:solidFill>
                            <a:srgbClr val="142D45"/>
                          </a:solidFill>
                          <a:latin typeface="Arial"/>
                        </a:rPr>
                        <a:t>If true, we should see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ctr">
                        <a:defRPr/>
                      </a:pPr>
                      <a:r>
                        <a:rPr sz="1800" b="1">
                          <a:solidFill>
                            <a:srgbClr val="142D45"/>
                          </a:solidFill>
                          <a:latin typeface="Arial"/>
                        </a:rPr>
                        <a:t>Tested in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r>
              <a:tr h="658368">
                <a:tc>
                  <a:txBody>
                    <a:bodyPr/>
                    <a:p>
                      <a:pPr algn="l">
                        <a:defRPr/>
                      </a:pPr>
                      <a:r>
                        <a:rPr sz="1800" b="1">
                          <a:solidFill>
                            <a:srgbClr val="182C3F"/>
                          </a:solidFill>
                          <a:latin typeface="Arial"/>
                        </a:rPr>
                        <a:t>Named exclusions block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Principle alone works; R4 fails</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Steps 2, 3</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658368">
                <a:tc>
                  <a:txBody>
                    <a:bodyPr/>
                    <a:p>
                      <a:pPr algn="l">
                        <a:defRPr/>
                      </a:pPr>
                      <a:r>
                        <a:rPr sz="1800" b="1">
                          <a:solidFill>
                            <a:srgbClr val="182C3F"/>
                          </a:solidFill>
                          <a:latin typeface="Arial"/>
                        </a:rPr>
                        <a:t>Model never reads FALDH as disease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Fails even with principle alone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Step 2</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658368">
                <a:tc>
                  <a:txBody>
                    <a:bodyPr/>
                    <a:p>
                      <a:pPr algn="l">
                        <a:defRPr/>
                      </a:pPr>
                      <a:r>
                        <a:rPr sz="1800" b="1">
                          <a:solidFill>
                            <a:srgbClr val="182C3F"/>
                          </a:solidFill>
                          <a:latin typeface="Arial"/>
                        </a:rPr>
                        <a:t>Exception rule blocks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Works without the exception rule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0">
                          <a:solidFill>
                            <a:srgbClr val="182C3F"/>
                          </a:solidFill>
                          <a:latin typeface="Arial"/>
                        </a:rPr>
                        <a:t>Step 2</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bl>
          </a:graphicData>
        </a:graphic>
      </p:graphicFrame>
      <p:sp>
        <p:nvSpPr>
          <p:cNvPr id="1276777854"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2040264146"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endParaRPr/>
          </a:p>
        </p:txBody>
      </p:sp>
      <p:sp>
        <p:nvSpPr>
          <p:cNvPr id="1819596098"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Three explanations, each with a test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4744501" name="Title 1"/>
          <p:cNvSpPr>
            <a:spLocks noGrp="1"/>
          </p:cNvSpPr>
          <p:nvPr>
            <p:ph type="title"/>
          </p:nvPr>
        </p:nvSpPr>
        <p:spPr bwMode="auto"/>
        <p:txBody>
          <a:bodyPr/>
          <a:lstStyle/>
          <a:p>
            <a:pPr>
              <a:defRPr/>
            </a:pPr>
            <a:r>
              <a:rPr/>
              <a:t>Step 2: give the principle alone</a:t>
            </a:r>
            <a:endParaRPr/>
          </a:p>
        </p:txBody>
      </p:sp>
      <p:sp>
        <p:nvSpPr>
          <p:cNvPr id="231836761" name="Text Placeholder 2"/>
          <p:cNvSpPr>
            <a:spLocks noGrp="1"/>
          </p:cNvSpPr>
          <p:nvPr>
            <p:ph type="body" idx="1"/>
          </p:nvPr>
        </p:nvSpPr>
        <p:spPr bwMode="auto"/>
        <p:txBody>
          <a:bodyPr/>
          <a:lstStyle/>
          <a:p>
            <a:pPr>
              <a:defRPr/>
            </a:pPr>
            <a:r>
              <a:rPr/>
              <a:t>Subset of a 36-call isolation run</a:t>
            </a:r>
            <a:endParaRPr/>
          </a:p>
        </p:txBody>
      </p:sp>
      <p:graphicFrame>
        <p:nvGraphicFramePr>
          <p:cNvPr id="1100324437" name="Table Placeholder 3"/>
          <p:cNvGraphicFramePr>
            <a:graphicFrameLocks xmlns:a="http://schemas.openxmlformats.org/drawingml/2006/main" noGrp="1"/>
          </p:cNvGraphicFramePr>
          <p:nvPr>
            <p:ph type="tbl" idx="2"/>
          </p:nvPr>
        </p:nvGraphicFramePr>
        <p:xfrm rot="0">
          <a:off x="762000" y="2362199"/>
          <a:ext cx="10668304" cy="2834640"/>
        </p:xfrm>
        <a:graphic>
          <a:graphicData uri="http://schemas.openxmlformats.org/drawingml/2006/table">
            <a:tbl>
              <a:tblPr firstRow="0" firstCol="0" lastRow="0" lastCol="0" bandRow="0" bandCol="0"/>
              <a:tblGrid>
                <a:gridCol w="5486400"/>
                <a:gridCol w="5181904"/>
              </a:tblGrid>
              <a:tr h="566928">
                <a:tc>
                  <a:txBody>
                    <a:bodyPr/>
                    <a:p>
                      <a:pPr algn="l">
                        <a:defRPr/>
                      </a:pPr>
                      <a:r>
                        <a:rPr sz="1800" b="1">
                          <a:solidFill>
                            <a:srgbClr val="142D45"/>
                          </a:solidFill>
                          <a:latin typeface="Arial"/>
                        </a:rPr>
                        <a:t>Guideline given to the annotator</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l">
                        <a:defRPr/>
                      </a:pPr>
                      <a:r>
                        <a:rPr sz="1800" b="1">
                          <a:solidFill>
                            <a:srgbClr val="142D45"/>
                          </a:solidFill>
                          <a:latin typeface="Arial"/>
                        </a:rPr>
                        <a:t>Question answered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r>
              <a:tr h="566928">
                <a:tc>
                  <a:txBody>
                    <a:bodyPr/>
                    <a:p>
                      <a:pPr algn="l">
                        <a:defRPr/>
                      </a:pPr>
                      <a:r>
                        <a:rPr sz="1800" b="1">
                          <a:solidFill>
                            <a:srgbClr val="182C3F"/>
                          </a:solidFill>
                          <a:latin typeface="Arial"/>
                        </a:rPr>
                        <a:t>R3 guideline (before Round 4)</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Is the FALDH miss reproduced?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566928">
                <a:tc>
                  <a:txBody>
                    <a:bodyPr/>
                    <a:p>
                      <a:pPr algn="l">
                        <a:defRPr/>
                      </a:pPr>
                      <a:r>
                        <a:rPr sz="1800" b="1">
                          <a:solidFill>
                            <a:srgbClr val="182C3F"/>
                          </a:solidFill>
                          <a:latin typeface="Arial"/>
                        </a:rPr>
                        <a:t>Label definitions + R4 principle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Can the principle alone fix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566928">
                <a:tc>
                  <a:txBody>
                    <a:bodyPr/>
                    <a:p>
                      <a:pPr algn="l">
                        <a:defRPr/>
                      </a:pPr>
                      <a:r>
                        <a:rPr sz="1800" b="1">
                          <a:solidFill>
                            <a:srgbClr val="182C3F"/>
                          </a:solidFill>
                          <a:latin typeface="Arial"/>
                        </a:rPr>
                        <a:t>Same, without exception rule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Does the exception rule block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566928">
                <a:tc>
                  <a:txBody>
                    <a:bodyPr/>
                    <a:p>
                      <a:pPr algn="l">
                        <a:defRPr/>
                      </a:pPr>
                      <a:r>
                        <a:rPr sz="1800" b="1">
                          <a:solidFill>
                            <a:srgbClr val="182C3F"/>
                          </a:solidFill>
                          <a:latin typeface="Arial"/>
                        </a:rPr>
                        <a:t>R4 guideline (after Round 4)</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Does the full guideline block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bl>
          </a:graphicData>
        </a:graphic>
      </p:graphicFrame>
      <p:sp>
        <p:nvSpPr>
          <p:cNvPr id="335422175"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693487137"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1FBCCFA-E317-44E1-AF02-1E2D3E312145}" type="slidenum">
              <a:rPr sz="1100" b="0">
                <a:solidFill>
                  <a:srgbClr val="52677A"/>
                </a:solidFill>
                <a:latin typeface="Arial"/>
                <a:ea typeface="Arial"/>
                <a:cs typeface="Arial"/>
              </a:rPr>
              <a:t>1</a:t>
            </a:fld>
            <a:endParaRPr/>
          </a:p>
        </p:txBody>
      </p:sp>
      <p:sp>
        <p:nvSpPr>
          <p:cNvPr id="1601607679"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FALDH document, 3 runs per condition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1232596" name="Title 1"/>
          <p:cNvSpPr>
            <a:spLocks noGrp="1"/>
          </p:cNvSpPr>
          <p:nvPr>
            <p:ph type="title"/>
          </p:nvPr>
        </p:nvSpPr>
        <p:spPr bwMode="auto"/>
        <p:txBody>
          <a:bodyPr/>
          <a:lstStyle/>
          <a:p>
            <a:pPr>
              <a:defRPr/>
            </a:pPr>
            <a:r>
              <a:rPr/>
              <a:t>Step 2: the principle works on its own</a:t>
            </a:r>
            <a:endParaRPr/>
          </a:p>
        </p:txBody>
      </p:sp>
      <p:sp>
        <p:nvSpPr>
          <p:cNvPr id="253642267" name="Text Placeholder 2"/>
          <p:cNvSpPr>
            <a:spLocks noGrp="1"/>
          </p:cNvSpPr>
          <p:nvPr>
            <p:ph type="body" idx="1"/>
          </p:nvPr>
        </p:nvSpPr>
        <p:spPr bwMode="auto"/>
        <p:txBody>
          <a:bodyPr/>
          <a:lstStyle/>
          <a:p>
            <a:pPr>
              <a:defRPr/>
            </a:pPr>
            <a:r>
              <a:rPr/>
              <a:t>Works alone,</a:t>
            </a:r>
            <a:endParaRPr/>
          </a:p>
          <a:p>
            <a:pPr>
              <a:defRPr/>
            </a:pPr>
            <a:r>
              <a:rPr/>
              <a:t>fails in R4</a:t>
            </a:r>
            <a:endParaRPr/>
          </a:p>
        </p:txBody>
      </p:sp>
      <p:sp>
        <p:nvSpPr>
          <p:cNvPr id="1108634834" name="Text Placeholder 3"/>
          <p:cNvSpPr>
            <a:spLocks noGrp="1"/>
          </p:cNvSpPr>
          <p:nvPr>
            <p:ph type="body" idx="2"/>
          </p:nvPr>
        </p:nvSpPr>
        <p:spPr bwMode="auto">
          <a:xfrm>
            <a:off x="8629650" y="5086350"/>
            <a:ext cx="2800350" cy="868680"/>
          </a:xfrm>
        </p:spPr>
        <p:txBody>
          <a:bodyPr/>
          <a:lstStyle/>
          <a:p>
            <a:pPr>
              <a:defRPr/>
            </a:pPr>
            <a:r>
              <a:rPr/>
              <a:t>Spans add “(FALDH)”: strict 0/3</a:t>
            </a:r>
            <a:endParaRPr/>
          </a:p>
        </p:txBody>
      </p:sp>
      <p:graphicFrame>
        <p:nvGraphicFramePr>
          <p:cNvPr id="1124091406" name="Chart Placeholder 4"/>
          <p:cNvGraphicFramePr>
            <a:graphicFrameLocks xmlns:a="http://schemas.openxmlformats.org/drawingml/2006/main" noGrp="1"/>
          </p:cNvGraphicFramePr>
          <p:nvPr>
            <p:ph type="chart" idx="3"/>
          </p:nvPr>
        </p:nvGraphicFramePr>
        <p:xfrm rot="0">
          <a:off x="762000" y="2305050"/>
          <a:ext cx="73342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1231975495"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213399111"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6030D5E5-8F3E-49A1-8F75-717AD69BBC26}" type="slidenum">
              <a:rPr sz="1100" b="0">
                <a:solidFill>
                  <a:srgbClr val="52677A"/>
                </a:solidFill>
                <a:latin typeface="Arial"/>
                <a:ea typeface="Arial"/>
                <a:cs typeface="Arial"/>
              </a:rPr>
              <a:t>1</a:t>
            </a:fld>
            <a:endParaRPr/>
          </a:p>
        </p:txBody>
      </p:sp>
      <p:sp>
        <p:nvSpPr>
          <p:cNvPr id="101483198" name="TextBox 7"/>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FALDH outcome, runs out of 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216690" name="Title 1"/>
          <p:cNvSpPr>
            <a:spLocks noGrp="1"/>
          </p:cNvSpPr>
          <p:nvPr>
            <p:ph type="title"/>
          </p:nvPr>
        </p:nvSpPr>
        <p:spPr bwMode="auto"/>
        <p:txBody>
          <a:bodyPr/>
          <a:lstStyle/>
          <a:p>
            <a:pPr>
              <a:defRPr/>
            </a:pPr>
            <a:r>
              <a:rPr/>
              <a:t>Step 3: delete only the named exclusions</a:t>
            </a:r>
            <a:endParaRPr/>
          </a:p>
        </p:txBody>
      </p:sp>
      <p:sp>
        <p:nvSpPr>
          <p:cNvPr id="556411394" name="Text Placeholder 2"/>
          <p:cNvSpPr>
            <a:spLocks noGrp="1"/>
          </p:cNvSpPr>
          <p:nvPr>
            <p:ph type="body" idx="1"/>
          </p:nvPr>
        </p:nvSpPr>
        <p:spPr bwMode="auto"/>
        <p:txBody>
          <a:bodyPr/>
          <a:lstStyle/>
          <a:p>
            <a:pPr>
              <a:defRPr/>
            </a:pPr>
            <a:r>
              <a:rPr/>
              <a:t>R4 guideline</a:t>
            </a:r>
            <a:endParaRPr/>
          </a:p>
        </p:txBody>
      </p:sp>
      <p:sp>
        <p:nvSpPr>
          <p:cNvPr id="704904234" name="Text Placeholder 4"/>
          <p:cNvSpPr>
            <a:spLocks noGrp="1"/>
          </p:cNvSpPr>
          <p:nvPr>
            <p:ph type="body" idx="3"/>
          </p:nvPr>
        </p:nvSpPr>
        <p:spPr bwMode="auto"/>
        <p:txBody>
          <a:bodyPr/>
          <a:lstStyle/>
          <a:p>
            <a:pPr>
              <a:defRPr/>
            </a:pPr>
            <a:r>
              <a:rPr/>
              <a:t>R4 without named exclusions</a:t>
            </a:r>
            <a:endParaRPr/>
          </a:p>
        </p:txBody>
      </p:sp>
      <p:sp>
        <p:nvSpPr>
          <p:cNvPr id="1810172207"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117092698"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186B6F4A-9CAF-4956-8BD7-A9CD045E793A}" type="slidenum">
              <a:rPr sz="1100" b="0">
                <a:solidFill>
                  <a:srgbClr val="52677A"/>
                </a:solidFill>
                <a:latin typeface="Arial"/>
                <a:ea typeface="Arial"/>
                <a:cs typeface="Arial"/>
              </a:rPr>
              <a:t>1</a:t>
            </a:fld>
            <a:endParaRPr/>
          </a:p>
        </p:txBody>
      </p:sp>
      <p:sp>
        <p:nvSpPr>
          <p:cNvPr id="1161849033" name="result-frame-r4"/>
          <p:cNvSpPr/>
          <p:nvPr/>
        </p:nvSpPr>
        <p:spPr bwMode="auto">
          <a:xfrm>
            <a:off x="761695" y="2670048"/>
            <a:ext cx="5105095" cy="1691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6527443" name="stat-r4"/>
          <p:cNvSpPr txBox="1"/>
          <p:nvPr/>
        </p:nvSpPr>
        <p:spPr bwMode="auto">
          <a:xfrm>
            <a:off x="761695" y="2724911"/>
            <a:ext cx="5105095" cy="914400"/>
          </a:xfrm>
          <a:prstGeom prst="rect">
            <a:avLst/>
          </a:prstGeom>
          <a:noFill/>
        </p:spPr>
        <p:txBody>
          <a:bodyPr wrap="square" lIns="0" tIns="0" rIns="0" bIns="0" anchor="t">
            <a:spAutoFit/>
          </a:bodyPr>
          <a:lstStyle/>
          <a:p>
            <a:pPr algn="ctr">
              <a:spcAft>
                <a:spcPts val="0"/>
              </a:spcAft>
              <a:defRPr/>
            </a:pPr>
            <a:r>
              <a:rPr sz="6000" b="1" i="0">
                <a:solidFill>
                  <a:srgbClr val="9A4C4C"/>
                </a:solidFill>
                <a:latin typeface="Arial"/>
              </a:rPr>
              <a:t>0 / 3</a:t>
            </a:r>
            <a:endParaRPr/>
          </a:p>
        </p:txBody>
      </p:sp>
      <p:sp>
        <p:nvSpPr>
          <p:cNvPr id="833738699" name="stat-label-r4"/>
          <p:cNvSpPr txBox="1"/>
          <p:nvPr/>
        </p:nvSpPr>
        <p:spPr bwMode="auto">
          <a:xfrm>
            <a:off x="761695" y="3611880"/>
            <a:ext cx="5105095" cy="384048"/>
          </a:xfrm>
          <a:prstGeom prst="rect">
            <a:avLst/>
          </a:prstGeom>
          <a:noFill/>
        </p:spPr>
        <p:txBody>
          <a:bodyPr wrap="square" lIns="0" tIns="0" rIns="0" bIns="0" anchor="t">
            <a:spAutoFit/>
          </a:bodyPr>
          <a:lstStyle/>
          <a:p>
            <a:pPr algn="ctr">
              <a:spcAft>
                <a:spcPts val="0"/>
              </a:spcAft>
              <a:defRPr/>
            </a:pPr>
            <a:r>
              <a:rPr sz="2000" b="0" i="0">
                <a:solidFill>
                  <a:srgbClr val="182C3F"/>
                </a:solidFill>
                <a:latin typeface="Arial"/>
              </a:rPr>
              <a:t>runs with FALDH correct</a:t>
            </a:r>
            <a:endParaRPr/>
          </a:p>
        </p:txBody>
      </p:sp>
      <p:sp>
        <p:nvSpPr>
          <p:cNvPr id="1245819715" name="doc-score-r4"/>
          <p:cNvSpPr txBox="1"/>
          <p:nvPr/>
        </p:nvSpPr>
        <p:spPr bwMode="auto">
          <a:xfrm>
            <a:off x="761695" y="4005072"/>
            <a:ext cx="5105095" cy="365760"/>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13 of 14 correct; FALDH missed</a:t>
            </a:r>
            <a:endParaRPr/>
          </a:p>
        </p:txBody>
      </p:sp>
      <p:sp>
        <p:nvSpPr>
          <p:cNvPr id="1539226705" name="result-frame-r4-minus"/>
          <p:cNvSpPr/>
          <p:nvPr/>
        </p:nvSpPr>
        <p:spPr bwMode="auto">
          <a:xfrm>
            <a:off x="6324904" y="2670048"/>
            <a:ext cx="5105095" cy="1691640"/>
          </a:xfrm>
          <a:prstGeom prst="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5155274" name="stat-r4-minus"/>
          <p:cNvSpPr txBox="1"/>
          <p:nvPr/>
        </p:nvSpPr>
        <p:spPr bwMode="auto">
          <a:xfrm>
            <a:off x="6324904" y="2724911"/>
            <a:ext cx="5105095" cy="914400"/>
          </a:xfrm>
          <a:prstGeom prst="rect">
            <a:avLst/>
          </a:prstGeom>
          <a:noFill/>
        </p:spPr>
        <p:txBody>
          <a:bodyPr wrap="square" lIns="0" tIns="0" rIns="0" bIns="0" anchor="t">
            <a:spAutoFit/>
          </a:bodyPr>
          <a:lstStyle/>
          <a:p>
            <a:pPr algn="ctr">
              <a:spcAft>
                <a:spcPts val="0"/>
              </a:spcAft>
              <a:defRPr/>
            </a:pPr>
            <a:r>
              <a:rPr sz="6000" b="1" i="0">
                <a:solidFill>
                  <a:srgbClr val="336E5B"/>
                </a:solidFill>
                <a:latin typeface="Arial"/>
              </a:rPr>
              <a:t>3 / 3</a:t>
            </a:r>
            <a:endParaRPr/>
          </a:p>
        </p:txBody>
      </p:sp>
      <p:sp>
        <p:nvSpPr>
          <p:cNvPr id="1154054002" name="stat-label-r4-minus"/>
          <p:cNvSpPr txBox="1"/>
          <p:nvPr/>
        </p:nvSpPr>
        <p:spPr bwMode="auto">
          <a:xfrm>
            <a:off x="6324904" y="3611880"/>
            <a:ext cx="5105095" cy="384048"/>
          </a:xfrm>
          <a:prstGeom prst="rect">
            <a:avLst/>
          </a:prstGeom>
          <a:noFill/>
        </p:spPr>
        <p:txBody>
          <a:bodyPr wrap="square" lIns="0" tIns="0" rIns="0" bIns="0" anchor="t">
            <a:spAutoFit/>
          </a:bodyPr>
          <a:lstStyle/>
          <a:p>
            <a:pPr algn="ctr">
              <a:spcAft>
                <a:spcPts val="0"/>
              </a:spcAft>
              <a:defRPr/>
            </a:pPr>
            <a:r>
              <a:rPr sz="2000" b="0" i="0">
                <a:solidFill>
                  <a:srgbClr val="182C3F"/>
                </a:solidFill>
                <a:latin typeface="Arial"/>
              </a:rPr>
              <a:t>runs with FALDH correct</a:t>
            </a:r>
            <a:endParaRPr/>
          </a:p>
        </p:txBody>
      </p:sp>
      <p:sp>
        <p:nvSpPr>
          <p:cNvPr id="498481367" name="doc-score-r4-minus"/>
          <p:cNvSpPr txBox="1"/>
          <p:nvPr/>
        </p:nvSpPr>
        <p:spPr bwMode="auto">
          <a:xfrm>
            <a:off x="6324904" y="4005072"/>
            <a:ext cx="5105095" cy="365760"/>
          </a:xfrm>
          <a:prstGeom prst="rect">
            <a:avLst/>
          </a:prstGeom>
          <a:noFill/>
        </p:spPr>
        <p:txBody>
          <a:bodyPr wrap="square" lIns="0" tIns="0" rIns="0" bIns="0" anchor="t">
            <a:spAutoFit/>
          </a:bodyPr>
          <a:lstStyle/>
          <a:p>
            <a:pPr algn="ctr">
              <a:spcAft>
                <a:spcPts val="0"/>
              </a:spcAft>
              <a:defRPr/>
            </a:pPr>
            <a:r>
              <a:rPr sz="1800" b="0" i="0">
                <a:solidFill>
                  <a:srgbClr val="52677A"/>
                </a:solidFill>
                <a:latin typeface="Arial"/>
              </a:rPr>
              <a:t>14 of 14 correct; 0 FP</a:t>
            </a:r>
            <a:endParaRPr/>
          </a:p>
        </p:txBody>
      </p:sp>
      <p:sp>
        <p:nvSpPr>
          <p:cNvPr id="1859578581" name="prompt-quote-deleted-lines"/>
          <p:cNvSpPr txBox="1"/>
          <p:nvPr/>
        </p:nvSpPr>
        <p:spPr bwMode="auto">
          <a:xfrm>
            <a:off x="761695" y="4617720"/>
            <a:ext cx="10668304" cy="1188720"/>
          </a:xfrm>
          <a:prstGeom prst="rect">
            <a:avLst/>
          </a:prstGeom>
          <a:noFill/>
        </p:spPr>
        <p:txBody>
          <a:bodyPr wrap="square" lIns="0" tIns="0" rIns="0" bIns="0" anchor="t">
            <a:spAutoFit/>
          </a:bodyPr>
          <a:lstStyle/>
          <a:p>
            <a:pPr algn="l">
              <a:spcAft>
                <a:spcPts val="200"/>
              </a:spcAft>
              <a:defRPr/>
            </a:pPr>
            <a:r>
              <a:rPr sz="1800" b="1" i="0">
                <a:solidFill>
                  <a:srgbClr val="52677A"/>
                </a:solidFill>
                <a:latin typeface="Arial"/>
              </a:rPr>
              <a:t>Deleted: the three named exclusions</a:t>
            </a:r>
            <a:endParaRPr/>
          </a:p>
          <a:p>
            <a:pPr algn="l">
              <a:spcAft>
                <a:spcPts val="200"/>
              </a:spcAft>
              <a:defRPr/>
            </a:pPr>
            <a:r>
              <a:rPr sz="1800" b="0" i="0">
                <a:solidFill>
                  <a:srgbClr val="182C3F"/>
                </a:solidFill>
                <a:latin typeface="Arial"/>
              </a:rPr>
              <a:t>L54–58: FALDH example, “Do not annotate”</a:t>
            </a:r>
            <a:endParaRPr/>
          </a:p>
          <a:p>
            <a:pPr algn="l">
              <a:spcAft>
                <a:spcPts val="200"/>
              </a:spcAft>
              <a:defRPr/>
            </a:pPr>
            <a:r>
              <a:rPr sz="1800" b="0" i="0">
                <a:solidFill>
                  <a:srgbClr val="182C3F"/>
                </a:solidFill>
                <a:latin typeface="Arial"/>
              </a:rPr>
              <a:t>L167: “also excludes … fatty aldehyde dehydrogenase”</a:t>
            </a:r>
            <a:endParaRPr/>
          </a:p>
          <a:p>
            <a:pPr algn="l">
              <a:spcAft>
                <a:spcPts val="200"/>
              </a:spcAft>
              <a:defRPr/>
            </a:pPr>
            <a:r>
              <a:rPr sz="1800" b="0" i="0">
                <a:solidFill>
                  <a:srgbClr val="182C3F"/>
                </a:solidFill>
                <a:latin typeface="Arial"/>
              </a:rPr>
              <a:t>L263: “the phrase is not annotated”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4184959" name="Title 1"/>
          <p:cNvSpPr>
            <a:spLocks noGrp="1"/>
          </p:cNvSpPr>
          <p:nvPr>
            <p:ph type="title"/>
          </p:nvPr>
        </p:nvSpPr>
        <p:spPr bwMode="auto"/>
        <p:txBody>
          <a:bodyPr/>
          <a:lstStyle/>
          <a:p>
            <a:pPr>
              <a:defRPr/>
            </a:pPr>
            <a:r>
              <a:rPr/>
              <a:t>Verdict: the conflict blocked the fix</a:t>
            </a:r>
            <a:endParaRPr/>
          </a:p>
        </p:txBody>
      </p:sp>
      <p:sp>
        <p:nvSpPr>
          <p:cNvPr id="1435077087" name="Text Placeholder 2"/>
          <p:cNvSpPr>
            <a:spLocks noGrp="1"/>
          </p:cNvSpPr>
          <p:nvPr>
            <p:ph type="body" idx="1"/>
          </p:nvPr>
        </p:nvSpPr>
        <p:spPr bwMode="auto"/>
        <p:txBody>
          <a:bodyPr/>
          <a:lstStyle/>
          <a:p>
            <a:pPr>
              <a:defRPr/>
            </a:pPr>
            <a:r>
              <a:rPr/>
              <a:t>Original R0–R2 miss predates any exclusion</a:t>
            </a:r>
            <a:endParaRPr/>
          </a:p>
        </p:txBody>
      </p:sp>
      <p:graphicFrame>
        <p:nvGraphicFramePr>
          <p:cNvPr id="90430677" name="Table Placeholder 3"/>
          <p:cNvGraphicFramePr>
            <a:graphicFrameLocks xmlns:a="http://schemas.openxmlformats.org/drawingml/2006/main" noGrp="1"/>
          </p:cNvGraphicFramePr>
          <p:nvPr>
            <p:ph type="tbl" idx="2"/>
          </p:nvPr>
        </p:nvGraphicFramePr>
        <p:xfrm rot="0">
          <a:off x="762000" y="2362199"/>
          <a:ext cx="10668304" cy="2633472"/>
        </p:xfrm>
        <a:graphic>
          <a:graphicData uri="http://schemas.openxmlformats.org/drawingml/2006/table">
            <a:tbl>
              <a:tblPr firstRow="0" firstCol="0" lastRow="0" lastCol="0" bandRow="0" bandCol="0"/>
              <a:tblGrid>
                <a:gridCol w="4480560"/>
                <a:gridCol w="1600200"/>
                <a:gridCol w="4587544"/>
              </a:tblGrid>
              <a:tr h="658368">
                <a:tc>
                  <a:txBody>
                    <a:bodyPr/>
                    <a:p>
                      <a:pPr algn="l">
                        <a:defRPr/>
                      </a:pPr>
                      <a:r>
                        <a:rPr sz="1800" b="1">
                          <a:solidFill>
                            <a:srgbClr val="142D45"/>
                          </a:solidFill>
                          <a:latin typeface="Arial"/>
                        </a:rPr>
                        <a:t>Explanation</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ctr">
                        <a:defRPr/>
                      </a:pPr>
                      <a:r>
                        <a:rPr sz="1800" b="1">
                          <a:solidFill>
                            <a:srgbClr val="142D45"/>
                          </a:solidFill>
                          <a:latin typeface="Arial"/>
                        </a:rPr>
                        <a:t>Verdict</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c>
                  <a:txBody>
                    <a:bodyPr/>
                    <a:p>
                      <a:pPr algn="l">
                        <a:defRPr/>
                      </a:pPr>
                      <a:r>
                        <a:rPr sz="1800" b="1">
                          <a:solidFill>
                            <a:srgbClr val="142D45"/>
                          </a:solidFill>
                          <a:latin typeface="Arial"/>
                        </a:rPr>
                        <a:t>Deciding evidence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EAF1F8"/>
                    </a:solidFill>
                  </a:tcPr>
                </a:tc>
              </a:tr>
              <a:tr h="658368">
                <a:tc>
                  <a:txBody>
                    <a:bodyPr/>
                    <a:p>
                      <a:pPr algn="l">
                        <a:defRPr/>
                      </a:pPr>
                      <a:r>
                        <a:rPr sz="1800" b="1">
                          <a:solidFill>
                            <a:srgbClr val="182C3F"/>
                          </a:solidFill>
                          <a:latin typeface="Arial"/>
                        </a:rPr>
                        <a:t>Named exclusions block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1">
                          <a:solidFill>
                            <a:srgbClr val="336E5B"/>
                          </a:solidFill>
                          <a:latin typeface="Arial"/>
                        </a:rPr>
                        <a:t>Supported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Deletion restores FALDH, 3/3</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658368">
                <a:tc>
                  <a:txBody>
                    <a:bodyPr/>
                    <a:p>
                      <a:pPr algn="l">
                        <a:defRPr/>
                      </a:pPr>
                      <a:r>
                        <a:rPr sz="1800" b="1">
                          <a:solidFill>
                            <a:srgbClr val="182C3F"/>
                          </a:solidFill>
                          <a:latin typeface="Arial"/>
                        </a:rPr>
                        <a:t>Model never reads FALDH as disease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1">
                          <a:solidFill>
                            <a:srgbClr val="9A4C4C"/>
                          </a:solidFill>
                          <a:latin typeface="Arial"/>
                        </a:rPr>
                        <a:t>Rejected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Principle alone labels FALDH, 3/3</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r h="658368">
                <a:tc>
                  <a:txBody>
                    <a:bodyPr/>
                    <a:p>
                      <a:pPr algn="l">
                        <a:defRPr/>
                      </a:pPr>
                      <a:r>
                        <a:rPr sz="1800" b="1">
                          <a:solidFill>
                            <a:srgbClr val="182C3F"/>
                          </a:solidFill>
                          <a:latin typeface="Arial"/>
                        </a:rPr>
                        <a:t>Exception rule blocks FALDH</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ctr">
                        <a:defRPr/>
                      </a:pPr>
                      <a:r>
                        <a:rPr sz="1800" b="1">
                          <a:solidFill>
                            <a:srgbClr val="9A4C4C"/>
                          </a:solidFill>
                          <a:latin typeface="Arial"/>
                        </a:rPr>
                        <a:t>Rejected</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c>
                  <a:txBody>
                    <a:bodyPr/>
                    <a:p>
                      <a:pPr algn="l">
                        <a:defRPr/>
                      </a:pPr>
                      <a:r>
                        <a:rPr sz="1800" b="0">
                          <a:solidFill>
                            <a:srgbClr val="182C3F"/>
                          </a:solidFill>
                          <a:latin typeface="Arial"/>
                        </a:rPr>
                        <a:t>Unchanged without the exception rule</a:t>
                      </a:r>
                      <a:endParaRPr/>
                    </a:p>
                  </a:txBody>
                  <a:tcPr marL="133350" marR="133350" marT="114300" marB="95250" anchor="ctr">
                    <a:lnL w="5715" algn="ctr">
                      <a:solidFill>
                        <a:srgbClr val="DCE4EC"/>
                      </a:solidFill>
                    </a:lnL>
                    <a:lnR w="5715" algn="ctr">
                      <a:solidFill>
                        <a:srgbClr val="DCE4EC"/>
                      </a:solidFill>
                    </a:lnR>
                    <a:lnT w="5715" algn="ctr">
                      <a:solidFill>
                        <a:srgbClr val="DCE4EC"/>
                      </a:solidFill>
                    </a:lnT>
                    <a:lnB w="5715" algn="ctr">
                      <a:solidFill>
                        <a:srgbClr val="DCE4EC"/>
                      </a:solidFill>
                    </a:lnB>
                    <a:solidFill>
                      <a:srgbClr val="FFFFFF"/>
                    </a:solidFill>
                  </a:tcPr>
                </a:tc>
              </a:tr>
            </a:tbl>
          </a:graphicData>
        </a:graphic>
      </p:graphicFrame>
      <p:sp>
        <p:nvSpPr>
          <p:cNvPr id="625778318"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1071927774"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5F5095EF-AEC8-40F3-8DDA-1FE1FA956524}" type="slidenum">
              <a:rPr sz="1100" b="0">
                <a:solidFill>
                  <a:srgbClr val="52677A"/>
                </a:solidFill>
                <a:latin typeface="Arial"/>
                <a:ea typeface="Arial"/>
                <a:cs typeface="Arial"/>
              </a:rPr>
              <a:t>1</a:t>
            </a:fld>
            <a:endParaRPr/>
          </a:p>
        </p:txBody>
      </p:sp>
      <p:sp>
        <p:nvSpPr>
          <p:cNvPr id="579064328" name="TextBox 6"/>
          <p:cNvSpPr txBox="1"/>
          <p:nvPr/>
        </p:nvSpPr>
        <p:spPr bwMode="auto">
          <a:xfrm>
            <a:off x="761695" y="1810512"/>
            <a:ext cx="10668304" cy="347472"/>
          </a:xfrm>
          <a:prstGeom prst="rect">
            <a:avLst/>
          </a:prstGeom>
          <a:noFill/>
        </p:spPr>
        <p:txBody>
          <a:bodyPr wrap="square" lIns="0" tIns="0" rIns="0" bIns="0" anchor="t">
            <a:spAutoFit/>
          </a:bodyPr>
          <a:lstStyle/>
          <a:p>
            <a:pPr algn="l">
              <a:spcAft>
                <a:spcPts val="0"/>
              </a:spcAft>
              <a:defRPr/>
            </a:pPr>
            <a:r>
              <a:rPr sz="1800" b="0" i="0">
                <a:solidFill>
                  <a:srgbClr val="52677A"/>
                </a:solidFill>
                <a:latin typeface="Arial"/>
              </a:rPr>
              <a:t>Checked against Steps 2 and 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98828228" name="Title 1"/>
          <p:cNvSpPr>
            <a:spLocks noGrp="1"/>
          </p:cNvSpPr>
          <p:nvPr>
            <p:ph type="title"/>
          </p:nvPr>
        </p:nvSpPr>
        <p:spPr bwMode="auto"/>
        <p:txBody>
          <a:bodyPr/>
          <a:lstStyle/>
          <a:p>
            <a:pPr>
              <a:defRPr/>
            </a:pPr>
            <a:r>
              <a:rPr/>
              <a:t>Conclusion and next steps</a:t>
            </a:r>
            <a:endParaRPr/>
          </a:p>
        </p:txBody>
      </p:sp>
      <p:sp>
        <p:nvSpPr>
          <p:cNvPr id="55603535" name="Text Placeholder 2"/>
          <p:cNvSpPr>
            <a:spLocks noGrp="1"/>
          </p:cNvSpPr>
          <p:nvPr>
            <p:ph type="body" idx="1"/>
          </p:nvPr>
        </p:nvSpPr>
        <p:spPr bwMode="auto">
          <a:xfrm>
            <a:off x="762000" y="2266950"/>
            <a:ext cx="10668000" cy="2697480"/>
          </a:xfrm>
        </p:spPr>
        <p:txBody>
          <a:bodyPr/>
          <a:lstStyle/>
          <a:p>
            <a:pPr marL="279400" indent="-127000">
              <a:spcAft>
                <a:spcPts val="800"/>
              </a:spcAft>
              <a:buChar char="•"/>
              <a:defRPr/>
            </a:pPr>
            <a:r>
              <a:rPr/>
              <a:t>FALDH was lost at Guideline Refinement</a:t>
            </a:r>
            <a:endParaRPr/>
          </a:p>
          <a:p>
            <a:pPr marL="279400" indent="-127000">
              <a:spcAft>
                <a:spcPts val="800"/>
              </a:spcAft>
              <a:buChar char="•"/>
              <a:defRPr/>
            </a:pPr>
            <a:r>
              <a:rPr/>
              <a:t>That step sees </a:t>
            </a:r>
            <a:r>
              <a:rPr lang="zh-CN"/>
              <a:t>full text of Verified Examples</a:t>
            </a:r>
            <a:endParaRPr/>
          </a:p>
          <a:p>
            <a:pPr marL="279400" indent="-127000">
              <a:spcAft>
                <a:spcPts val="800"/>
              </a:spcAft>
              <a:buChar char="•"/>
              <a:defRPr/>
            </a:pPr>
            <a:r>
              <a:rPr/>
              <a:t>FALDH appeared </a:t>
            </a:r>
            <a:r>
              <a:rPr lang="zh-CN"/>
              <a:t>in that text with no </a:t>
            </a:r>
            <a:r>
              <a:rPr lang="en-US" sz="2600" b="0" i="0" u="none" strike="noStrike" cap="none" spc="0">
                <a:solidFill>
                  <a:srgbClr val="182C3F"/>
                </a:solidFill>
                <a:latin typeface="+mn-lt"/>
                <a:ea typeface="+mn-ea"/>
                <a:cs typeface="+mn-cs"/>
              </a:rPr>
              <a:t>gold</a:t>
            </a:r>
            <a:r>
              <a:rPr lang="zh-CN" sz="2600" b="0" i="0" u="none" strike="noStrike" cap="none" spc="0">
                <a:solidFill>
                  <a:srgbClr val="182C3F"/>
                </a:solidFill>
                <a:latin typeface="+mn-lt"/>
                <a:ea typeface="+mn-ea"/>
                <a:cs typeface="+mn-cs"/>
              </a:rPr>
              <a:t> label</a:t>
            </a:r>
            <a:endParaRPr/>
          </a:p>
          <a:p>
            <a:pPr marL="279400" indent="-127000">
              <a:spcAft>
                <a:spcPts val="800"/>
              </a:spcAft>
              <a:buChar char="•"/>
              <a:defRPr/>
            </a:pPr>
            <a:r>
              <a:rPr/>
              <a:t>The step then wrote named exclusions</a:t>
            </a:r>
            <a:r>
              <a:rPr lang="zh-CN"/>
              <a:t> of FALDH (</a:t>
            </a:r>
            <a:r>
              <a:rPr lang="zh-CN">
                <a:solidFill>
                  <a:srgbClr val="FF0000"/>
                </a:solidFill>
              </a:rPr>
              <a:t>Find which rule lead to this exclusion?</a:t>
            </a:r>
            <a:r>
              <a:rPr lang="zh-CN"/>
              <a:t>)</a:t>
            </a:r>
            <a:endParaRPr/>
          </a:p>
          <a:p>
            <a:pPr marL="279400" indent="-127000">
              <a:spcAft>
                <a:spcPts val="800"/>
              </a:spcAft>
              <a:buChar char="•"/>
              <a:defRPr/>
            </a:pPr>
            <a:r>
              <a:rPr/>
              <a:t>Deleting the exclusions restores FALDH</a:t>
            </a:r>
            <a:endParaRPr/>
          </a:p>
        </p:txBody>
      </p:sp>
      <p:sp>
        <p:nvSpPr>
          <p:cNvPr id="1793228607" name="Text Placeholder 3"/>
          <p:cNvSpPr>
            <a:spLocks noGrp="1"/>
          </p:cNvSpPr>
          <p:nvPr>
            <p:ph type="body" idx="2"/>
          </p:nvPr>
        </p:nvSpPr>
        <p:spPr bwMode="auto">
          <a:xfrm>
            <a:off x="762000" y="5120640"/>
            <a:ext cx="10668000" cy="666750"/>
          </a:xfrm>
        </p:spPr>
        <p:txBody>
          <a:bodyPr/>
          <a:lstStyle/>
          <a:p>
            <a:pPr>
              <a:defRPr/>
            </a:pPr>
            <a:r>
              <a:rPr/>
              <a:t>Next: show gold to Guideline Refinement</a:t>
            </a:r>
            <a:endParaRPr/>
          </a:p>
        </p:txBody>
      </p:sp>
      <p:sp>
        <p:nvSpPr>
          <p:cNvPr id="576748413"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843412692"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03E3B4CD-9A07-4E99-9DCC-D3A5FB396284}" type="slidenum">
              <a:rPr sz="1100" b="0">
                <a:solidFill>
                  <a:srgbClr val="52677A"/>
                </a:solidFill>
                <a:latin typeface="Arial"/>
                <a:ea typeface="Arial"/>
                <a:cs typeface="Arial"/>
              </a:rPr>
              <a:t>1</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0045322" name="Title 1"/>
          <p:cNvSpPr>
            <a:spLocks noGrp="1"/>
          </p:cNvSpPr>
          <p:nvPr>
            <p:ph type="title"/>
          </p:nvPr>
        </p:nvSpPr>
        <p:spPr bwMode="auto"/>
        <p:txBody>
          <a:bodyPr/>
          <a:lstStyle/>
          <a:p>
            <a:pPr>
              <a:defRPr/>
            </a:pPr>
            <a:r>
              <a:rPr/>
              <a:t>Limitations</a:t>
            </a:r>
            <a:endParaRPr/>
          </a:p>
        </p:txBody>
      </p:sp>
      <p:sp>
        <p:nvSpPr>
          <p:cNvPr id="754359667" name="Text Placeholder 2"/>
          <p:cNvSpPr>
            <a:spLocks noGrp="1"/>
          </p:cNvSpPr>
          <p:nvPr>
            <p:ph type="body" idx="1"/>
          </p:nvPr>
        </p:nvSpPr>
        <p:spPr bwMode="auto"/>
        <p:txBody>
          <a:bodyPr/>
          <a:lstStyle/>
          <a:p>
            <a:pPr>
              <a:defRPr/>
            </a:pPr>
            <a:r>
              <a:rPr/>
              <a:t>Scope of the evidence</a:t>
            </a:r>
            <a:endParaRPr/>
          </a:p>
        </p:txBody>
      </p:sp>
      <p:sp>
        <p:nvSpPr>
          <p:cNvPr id="1342290748" name="Text Placeholder 3"/>
          <p:cNvSpPr>
            <a:spLocks noGrp="1"/>
          </p:cNvSpPr>
          <p:nvPr>
            <p:ph type="body" idx="2"/>
          </p:nvPr>
        </p:nvSpPr>
        <p:spPr bwMode="auto">
          <a:xfrm>
            <a:off x="762000" y="2743200"/>
            <a:ext cx="5105400" cy="2377440"/>
          </a:xfrm>
        </p:spPr>
        <p:txBody>
          <a:bodyPr/>
          <a:lstStyle/>
          <a:p>
            <a:pPr>
              <a:spcAft>
                <a:spcPts val="600"/>
              </a:spcAft>
              <a:defRPr/>
            </a:pPr>
            <a:r>
              <a:rPr/>
              <a:t>Three runs per condition</a:t>
            </a:r>
            <a:endParaRPr/>
          </a:p>
          <a:p>
            <a:pPr>
              <a:spcAft>
                <a:spcPts val="600"/>
              </a:spcAft>
              <a:defRPr/>
            </a:pPr>
            <a:r>
              <a:rPr/>
              <a:t>Three dev documents, one run</a:t>
            </a:r>
            <a:endParaRPr/>
          </a:p>
          <a:p>
            <a:pPr>
              <a:spcAft>
                <a:spcPts val="600"/>
              </a:spcAft>
              <a:defRPr/>
            </a:pPr>
            <a:r>
              <a:rPr/>
              <a:t>Single model: GPT-5.4, high effort</a:t>
            </a:r>
            <a:endParaRPr/>
          </a:p>
          <a:p>
            <a:pPr>
              <a:spcAft>
                <a:spcPts val="600"/>
              </a:spcAft>
              <a:defRPr/>
            </a:pPr>
            <a:r>
              <a:rPr/>
              <a:t>Criterion set after first results</a:t>
            </a:r>
            <a:endParaRPr/>
          </a:p>
        </p:txBody>
      </p:sp>
      <p:sp>
        <p:nvSpPr>
          <p:cNvPr id="1973093971" name="Text Placeholder 4"/>
          <p:cNvSpPr>
            <a:spLocks noGrp="1"/>
          </p:cNvSpPr>
          <p:nvPr>
            <p:ph type="body" idx="3"/>
          </p:nvPr>
        </p:nvSpPr>
        <p:spPr bwMode="auto"/>
        <p:txBody>
          <a:bodyPr/>
          <a:lstStyle/>
          <a:p>
            <a:pPr>
              <a:defRPr/>
            </a:pPr>
            <a:r>
              <a:rPr/>
              <a:t>Not yet tested</a:t>
            </a:r>
            <a:endParaRPr/>
          </a:p>
        </p:txBody>
      </p:sp>
      <p:sp>
        <p:nvSpPr>
          <p:cNvPr id="1142142342" name="Text Placeholder 5"/>
          <p:cNvSpPr>
            <a:spLocks noGrp="1"/>
          </p:cNvSpPr>
          <p:nvPr>
            <p:ph type="body" idx="4"/>
          </p:nvPr>
        </p:nvSpPr>
        <p:spPr bwMode="auto">
          <a:xfrm>
            <a:off x="6324600" y="2743200"/>
            <a:ext cx="5105400" cy="2377440"/>
          </a:xfrm>
        </p:spPr>
        <p:txBody>
          <a:bodyPr/>
          <a:lstStyle/>
          <a:p>
            <a:pPr>
              <a:spcAft>
                <a:spcPts val="600"/>
              </a:spcAft>
              <a:defRPr/>
            </a:pPr>
            <a:r>
              <a:rPr/>
              <a:t>Deleting the norrin exclusion</a:t>
            </a:r>
            <a:endParaRPr/>
          </a:p>
          <a:p>
            <a:pPr>
              <a:spcAft>
                <a:spcPts val="600"/>
              </a:spcAft>
              <a:defRPr/>
            </a:pPr>
            <a:r>
              <a:rPr/>
              <a:t>The inferred refinement mechanism</a:t>
            </a:r>
            <a:endParaRPr/>
          </a:p>
          <a:p>
            <a:pPr>
              <a:spcAft>
                <a:spcPts val="600"/>
              </a:spcAft>
              <a:defRPr/>
            </a:pPr>
            <a:r>
              <a:rPr/>
              <a:t>Effect on validation F1</a:t>
            </a:r>
            <a:endParaRPr/>
          </a:p>
        </p:txBody>
      </p:sp>
      <p:sp>
        <p:nvSpPr>
          <p:cNvPr id="900703932" name="footer-affiliation"/>
          <p:cNvSpPr>
            <a:spLocks noGrp="1"/>
          </p:cNvSpPr>
          <p:nvPr>
            <p:ph type="ftr" idx="90"/>
          </p:nvPr>
        </p:nvSpPr>
        <p:spPr bwMode="auto">
          <a:xfrm>
            <a:off x="762000" y="6305550"/>
            <a:ext cx="7620000" cy="228600"/>
          </a:xfrm>
          <a:prstGeom prst="rect">
            <a:avLst/>
          </a:prstGeom>
          <a:noFill/>
          <a:ln w="0">
            <a:noFill/>
          </a:ln>
        </p:spPr>
        <p:txBody>
          <a:bodyPr wrap="none" lIns="0" tIns="0" rIns="0" bIns="0" anchor="t">
            <a:noAutofit/>
          </a:bodyPr>
          <a:lstStyle>
            <a:defPPr marL="0" indent="0" algn="l">
              <a:buNone/>
              <a:defRPr sz="1100" b="0">
                <a:solidFill>
                  <a:srgbClr val="52677A"/>
                </a:solidFill>
                <a:latin typeface="+mn-lt"/>
                <a:ea typeface="+mn-ea"/>
                <a:cs typeface="+mn-cs"/>
              </a:defRPr>
            </a:defPPr>
            <a:lvl1pPr marL="0" indent="0" algn="l">
              <a:buNone/>
              <a:defRPr sz="1100" b="0">
                <a:solidFill>
                  <a:srgbClr val="52677A"/>
                </a:solidFill>
                <a:latin typeface="+mn-lt"/>
                <a:ea typeface="+mn-ea"/>
                <a:cs typeface="+mn-cs"/>
              </a:defRPr>
            </a:lvl1pPr>
          </a:lstStyle>
          <a:p>
            <a:pPr algn="l">
              <a:defRPr sz="1100" b="0">
                <a:solidFill>
                  <a:srgbClr val="52677A"/>
                </a:solidFill>
                <a:latin typeface="Arial"/>
                <a:ea typeface="Arial"/>
                <a:cs typeface="Arial"/>
              </a:defRPr>
            </a:pPr>
            <a:r>
              <a:rPr sz="1100" b="0">
                <a:solidFill>
                  <a:srgbClr val="52677A"/>
                </a:solidFill>
                <a:latin typeface="Arial"/>
                <a:ea typeface="Arial"/>
                <a:cs typeface="Arial"/>
              </a:rPr>
              <a:t>The University of Tokyo</a:t>
            </a:r>
            <a:endParaRPr/>
          </a:p>
        </p:txBody>
      </p:sp>
      <p:sp>
        <p:nvSpPr>
          <p:cNvPr id="88367803" name="footer-page"/>
          <p:cNvSpPr>
            <a:spLocks noGrp="1"/>
          </p:cNvSpPr>
          <p:nvPr>
            <p:ph type="sldNum" idx="91"/>
          </p:nvPr>
        </p:nvSpPr>
        <p:spPr bwMode="auto">
          <a:xfrm>
            <a:off x="10839450" y="6305550"/>
            <a:ext cx="590549" cy="228600"/>
          </a:xfrm>
          <a:prstGeom prst="rect">
            <a:avLst/>
          </a:prstGeom>
          <a:noFill/>
          <a:ln w="0">
            <a:noFill/>
          </a:ln>
        </p:spPr>
        <p:txBody>
          <a:bodyPr wrap="none" lIns="0" tIns="0" rIns="0" bIns="0" anchor="t">
            <a:noAutofit/>
          </a:bodyPr>
          <a:lstStyle>
            <a:defPPr marL="0" indent="0" algn="r">
              <a:buNone/>
              <a:defRPr sz="1100" b="0">
                <a:solidFill>
                  <a:srgbClr val="52677A"/>
                </a:solidFill>
                <a:latin typeface="+mn-lt"/>
                <a:ea typeface="+mn-ea"/>
                <a:cs typeface="+mn-cs"/>
              </a:defRPr>
            </a:defPPr>
            <a:lvl1pPr marL="0" indent="0" algn="r">
              <a:buNone/>
              <a:defRPr sz="1100" b="0">
                <a:solidFill>
                  <a:srgbClr val="52677A"/>
                </a:solidFill>
                <a:latin typeface="+mn-lt"/>
                <a:ea typeface="+mn-ea"/>
                <a:cs typeface="+mn-cs"/>
              </a:defRPr>
            </a:lvl1pPr>
          </a:lstStyle>
          <a:p>
            <a:pPr algn="r">
              <a:defRPr sz="1100" b="0">
                <a:solidFill>
                  <a:srgbClr val="52677A"/>
                </a:solidFill>
                <a:latin typeface="Arial"/>
                <a:ea typeface="Arial"/>
                <a:cs typeface="Arial"/>
              </a:defRPr>
            </a:pPr>
            <a:fld id="{90C4B477-32D9-4020-98D1-9565EA72A6EA}" type="slidenum">
              <a:rPr sz="1100" b="0">
                <a:solidFill>
                  <a:srgbClr val="52677A"/>
                </a:solidFill>
                <a:latin typeface="Arial"/>
                <a:ea typeface="Arial"/>
                <a:cs typeface="Arial"/>
              </a:rPr>
              <a:t>1</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541568" name="Title 1"/>
          <p:cNvSpPr>
            <a:spLocks noGrp="1"/>
          </p:cNvSpPr>
          <p:nvPr>
            <p:ph type="title"/>
          </p:nvPr>
        </p:nvSpPr>
        <p:spPr bwMode="auto"/>
        <p:txBody>
          <a:bodyPr/>
          <a:lstStyle/>
          <a:p>
            <a:pPr>
              <a:defRPr/>
            </a:pPr>
            <a:r>
              <a:rPr/>
              <a:t>Questions</a:t>
            </a:r>
            <a:endParaRPr/>
          </a:p>
        </p:txBody>
      </p:sp>
      <p:sp>
        <p:nvSpPr>
          <p:cNvPr id="1075504194" name="Text Placeholder 2"/>
          <p:cNvSpPr>
            <a:spLocks noGrp="1"/>
          </p:cNvSpPr>
          <p:nvPr>
            <p:ph type="body" idx="1"/>
          </p:nvPr>
        </p:nvSpPr>
        <p:spPr bwMode="auto"/>
        <p:txBody>
          <a:bodyPr/>
          <a:lstStyle/>
          <a:p>
            <a:pPr>
              <a:defRPr/>
            </a:pPr>
            <a:r>
              <a:rPr/>
              <a:t>Hengyu Zhou</a:t>
            </a:r>
            <a:endParaRPr/>
          </a:p>
        </p:txBody>
      </p:sp>
      <p:sp>
        <p:nvSpPr>
          <p:cNvPr id="1237441360" name="Text Placeholder 3"/>
          <p:cNvSpPr>
            <a:spLocks noGrp="1"/>
          </p:cNvSpPr>
          <p:nvPr>
            <p:ph type="body" idx="2"/>
          </p:nvPr>
        </p:nvSpPr>
        <p:spPr bwMode="auto"/>
        <p:txBody>
          <a:bodyPr/>
          <a:lstStyle/>
          <a:p>
            <a:pPr>
              <a:defRPr/>
            </a:pPr>
            <a:r>
              <a:rPr/>
              <a:t>The University of Tokyo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Academic Serif B">
      <a:dk1>
        <a:srgbClr val="182C3F"/>
      </a:dk1>
      <a:lt1>
        <a:srgbClr val="FFFFFF"/>
      </a:lt1>
      <a:dk2>
        <a:srgbClr val="142D45"/>
      </a:dk2>
      <a:lt2>
        <a:srgbClr val="EAF1F8"/>
      </a:lt2>
      <a:accent1>
        <a:srgbClr val="7399C6"/>
      </a:accent1>
      <a:accent2>
        <a:srgbClr val="315D8A"/>
      </a:accent2>
      <a:accent3>
        <a:srgbClr val="B8C4D0"/>
      </a:accent3>
      <a:accent4>
        <a:srgbClr val="336E5B"/>
      </a:accent4>
      <a:accent5>
        <a:srgbClr val="9A4C4C"/>
      </a:accent5>
      <a:accent6>
        <a:srgbClr val="52677A"/>
      </a:accent6>
      <a:hlink>
        <a:srgbClr val="315D8A"/>
      </a:hlink>
      <a:folHlink>
        <a:srgbClr val="52677A"/>
      </a:folHlink>
    </a:clrScheme>
    <a:fontScheme name="Academic Serif">
      <a:majorFont>
        <a:latin typeface="Cambria"/>
        <a:ea typeface="Yu Mincho"/>
        <a:cs typeface="Arial"/>
      </a:majorFont>
      <a:minorFont>
        <a:latin typeface="Arial"/>
        <a:ea typeface="Meiryo"/>
        <a:cs typeface="Arial"/>
      </a:minorFont>
    </a:fontScheme>
    <a:fmtScheme name="Academic Serif 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Academic Serif B">
      <a:dk1>
        <a:srgbClr val="182C3F"/>
      </a:dk1>
      <a:lt1>
        <a:srgbClr val="FFFFFF"/>
      </a:lt1>
      <a:dk2>
        <a:srgbClr val="142D45"/>
      </a:dk2>
      <a:lt2>
        <a:srgbClr val="EAF1F8"/>
      </a:lt2>
      <a:accent1>
        <a:srgbClr val="7399C6"/>
      </a:accent1>
      <a:accent2>
        <a:srgbClr val="315D8A"/>
      </a:accent2>
      <a:accent3>
        <a:srgbClr val="B8C4D0"/>
      </a:accent3>
      <a:accent4>
        <a:srgbClr val="336E5B"/>
      </a:accent4>
      <a:accent5>
        <a:srgbClr val="9A4C4C"/>
      </a:accent5>
      <a:accent6>
        <a:srgbClr val="52677A"/>
      </a:accent6>
      <a:hlink>
        <a:srgbClr val="315D8A"/>
      </a:hlink>
      <a:folHlink>
        <a:srgbClr val="52677A"/>
      </a:folHlink>
    </a:clrScheme>
    <a:fontScheme name="Academic Serif">
      <a:majorFont>
        <a:latin typeface="Cambria"/>
        <a:ea typeface="Yu Mincho"/>
        <a:cs typeface="Arial"/>
      </a:majorFont>
      <a:minorFont>
        <a:latin typeface="Arial"/>
        <a:ea typeface="Meiryo"/>
        <a:cs typeface="Arial"/>
      </a:minorFont>
    </a:fontScheme>
    <a:fmtScheme name="Academic Serif 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ChatGPT">
  <a:themeElements>
    <a:clrScheme name="Academic Serif B">
      <a:dk1>
        <a:srgbClr val="182C3F"/>
      </a:dk1>
      <a:lt1>
        <a:srgbClr val="FFFFFF"/>
      </a:lt1>
      <a:dk2>
        <a:srgbClr val="142D45"/>
      </a:dk2>
      <a:lt2>
        <a:srgbClr val="EAF1F8"/>
      </a:lt2>
      <a:accent1>
        <a:srgbClr val="7399C6"/>
      </a:accent1>
      <a:accent2>
        <a:srgbClr val="315D8A"/>
      </a:accent2>
      <a:accent3>
        <a:srgbClr val="B8C4D0"/>
      </a:accent3>
      <a:accent4>
        <a:srgbClr val="336E5B"/>
      </a:accent4>
      <a:accent5>
        <a:srgbClr val="9A4C4C"/>
      </a:accent5>
      <a:accent6>
        <a:srgbClr val="52677A"/>
      </a:accent6>
      <a:hlink>
        <a:srgbClr val="315D8A"/>
      </a:hlink>
      <a:folHlink>
        <a:srgbClr val="52677A"/>
      </a:folHlink>
    </a:clrScheme>
    <a:fontScheme name="Academic Serif">
      <a:majorFont>
        <a:latin typeface="Cambria"/>
        <a:ea typeface="Yu Mincho"/>
        <a:cs typeface="Arial"/>
      </a:majorFont>
      <a:minorFont>
        <a:latin typeface="Arial"/>
        <a:ea typeface="Meiryo"/>
        <a:cs typeface="Arial"/>
      </a:minorFont>
    </a:fontScheme>
    <a:fmtScheme name="Academic Serif B">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ONLYOFFICE/10.0.0.169</Application>
  <DocSecurity>0</DocSecurity>
  <PresentationFormat>On-screen Show (4:3)</PresentationFormat>
  <Paragraphs>0</Paragraphs>
  <Slides>20</Slides>
  <Notes>20</Notes>
  <HiddenSlides>0</HiddenSlides>
  <MMClips>2</MMClips>
  <ScaleCrop>0</ScaleCrop>
  <HeadingPairs>
    <vt:vector size="4" baseType="variant">
      <vt:variant>
        <vt:lpstr>Theme</vt:lpstr>
      </vt:variant>
      <vt:variant>
        <vt:i4>1</vt:i4>
      </vt:variant>
      <vt:variant>
        <vt:lpstr>Slide Titles</vt:lpstr>
      </vt:variant>
      <vt:variant>
        <vt:i4>20</vt:i4>
      </vt:variant>
    </vt:vector>
  </HeadingPairs>
  <TitlesOfParts>
    <vt:vector size="2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
  <cp:revision>1</cp:revision>
  <dcterms:created xsi:type="dcterms:W3CDTF">2026-10-15T11:45:38Z</dcterms:created>
  <dcterms:modified xsi:type="dcterms:W3CDTF">2026-10-15T14:17:40Z</dcterms:modified>
</cp:coreProperties>
</file>